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4" r:id="rId4"/>
    <p:sldMasterId id="2147483705" r:id="rId5"/>
    <p:sldMasterId id="2147483700" r:id="rId6"/>
    <p:sldMasterId id="2147483726" r:id="rId7"/>
    <p:sldMasterId id="2147483731" r:id="rId8"/>
    <p:sldMasterId id="2147483736" r:id="rId9"/>
  </p:sldMasterIdLst>
  <p:notesMasterIdLst>
    <p:notesMasterId r:id="rId39"/>
  </p:notesMasterIdLst>
  <p:handoutMasterIdLst>
    <p:handoutMasterId r:id="rId40"/>
  </p:handoutMasterIdLst>
  <p:sldIdLst>
    <p:sldId id="612" r:id="rId10"/>
    <p:sldId id="613" r:id="rId11"/>
    <p:sldId id="615" r:id="rId12"/>
    <p:sldId id="626" r:id="rId13"/>
    <p:sldId id="637" r:id="rId14"/>
    <p:sldId id="638" r:id="rId15"/>
    <p:sldId id="640" r:id="rId16"/>
    <p:sldId id="639" r:id="rId17"/>
    <p:sldId id="616" r:id="rId18"/>
    <p:sldId id="614" r:id="rId19"/>
    <p:sldId id="617" r:id="rId20"/>
    <p:sldId id="635" r:id="rId21"/>
    <p:sldId id="623" r:id="rId22"/>
    <p:sldId id="618" r:id="rId23"/>
    <p:sldId id="624" r:id="rId24"/>
    <p:sldId id="625" r:id="rId25"/>
    <p:sldId id="619" r:id="rId26"/>
    <p:sldId id="610" r:id="rId27"/>
    <p:sldId id="633" r:id="rId28"/>
    <p:sldId id="634" r:id="rId29"/>
    <p:sldId id="636" r:id="rId30"/>
    <p:sldId id="631" r:id="rId31"/>
    <p:sldId id="627" r:id="rId32"/>
    <p:sldId id="628" r:id="rId33"/>
    <p:sldId id="620" r:id="rId34"/>
    <p:sldId id="629" r:id="rId35"/>
    <p:sldId id="630" r:id="rId36"/>
    <p:sldId id="622" r:id="rId37"/>
    <p:sldId id="621" r:id="rId3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BA8103F-BF64-4BD3-9885-0916EF30D395}">
          <p14:sldIdLst>
            <p14:sldId id="612"/>
            <p14:sldId id="613"/>
            <p14:sldId id="615"/>
            <p14:sldId id="626"/>
            <p14:sldId id="637"/>
            <p14:sldId id="638"/>
            <p14:sldId id="640"/>
            <p14:sldId id="639"/>
            <p14:sldId id="616"/>
            <p14:sldId id="614"/>
            <p14:sldId id="617"/>
            <p14:sldId id="635"/>
            <p14:sldId id="623"/>
            <p14:sldId id="618"/>
            <p14:sldId id="624"/>
            <p14:sldId id="625"/>
            <p14:sldId id="619"/>
            <p14:sldId id="610"/>
            <p14:sldId id="633"/>
            <p14:sldId id="634"/>
            <p14:sldId id="636"/>
            <p14:sldId id="631"/>
            <p14:sldId id="627"/>
            <p14:sldId id="628"/>
            <p14:sldId id="620"/>
            <p14:sldId id="629"/>
            <p14:sldId id="630"/>
            <p14:sldId id="622"/>
            <p14:sldId id="621"/>
          </p14:sldIdLst>
        </p14:section>
      </p14:section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6E5164-1B8A-CC59-0A70-507E76A18F27}" name="Luke Gordon" initials="LG" userId="S::luke.gordon@rsginc.com::e04e8319-23e0-4cc9-a53a-dde7bb33e9a9" providerId="AD"/>
  <p188:author id="{0C3B2269-3FFB-391B-30A5-D1A6724ED204}" name="Joseph Wildey" initials="JW" userId="S::joseph.wildey@rsginc.com::170dc0b6-6487-49db-a10f-67e7b916fc54" providerId="AD"/>
  <p188:author id="{8F9E3084-05B6-4A47-18C4-EF1560ED1577}" name="Bishoy Kelleny" initials="BK" userId="S::bishoy.kelleny@rsginc.com::f2206589-81f5-4c3b-8916-0b409e958daf" providerId="AD"/>
  <p188:author id="{FB7952BA-505B-9C50-E513-0007BC4D5240}" name="Joel Freedman" initials="" userId="S::joel.freedman@rsginc.com::e619db8f-0d08-48f7-b7d5-cd11ea78c02e" providerId="AD"/>
  <p188:author id="{012780E2-7ADA-1B52-2B71-54F60CD390D8}" name="Robert Wertman" initials="RW" userId="S::robert.wertman@rsginc.com::d0d87d7a-48de-4d93-bd84-398dad3aecb7" providerId="AD"/>
  <p188:author id="{8ECD81F0-9C1D-7F3B-095F-DC33B7F89AC2}" name="Michael McCarthy" initials="MM" userId="S::michael.mccarthy@rsginc.com::6c3d0d11-2b15-40a7-a0ae-8a21289402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787B"/>
    <a:srgbClr val="48484A"/>
    <a:srgbClr val="EC8B1F"/>
    <a:srgbClr val="D6127D"/>
    <a:srgbClr val="B1B3B6"/>
    <a:srgbClr val="DE5429"/>
    <a:srgbClr val="ED9D2D"/>
    <a:srgbClr val="FF2600"/>
    <a:srgbClr val="DCDDDE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FCBA1D-36E8-46D6-8C35-5D0302C27440}" v="167" dt="2026-04-29T18:55:05.31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viewProps" Target="viewProps.xml"/><Relationship Id="rId47" Type="http://schemas.microsoft.com/office/2018/10/relationships/authors" Target="author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microsoft.com/office/2015/10/relationships/revisionInfo" Target="revisionInfo.xml"/><Relationship Id="rId20" Type="http://schemas.openxmlformats.org/officeDocument/2006/relationships/slide" Target="slides/slide11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McCarthy" userId="6c3d0d11-2b15-40a7-a0ae-8a2128940231" providerId="ADAL" clId="{62621FD7-818A-475F-A9D6-65658757B1A1}"/>
    <pc:docChg chg="undo custSel addSld delSld modSld sldOrd delSection modSection">
      <pc:chgData name="Michael McCarthy" userId="6c3d0d11-2b15-40a7-a0ae-8a2128940231" providerId="ADAL" clId="{62621FD7-818A-475F-A9D6-65658757B1A1}" dt="2026-04-29T18:54:49.040" v="9416" actId="20577"/>
      <pc:docMkLst>
        <pc:docMk/>
      </pc:docMkLst>
      <pc:sldChg chg="del">
        <pc:chgData name="Michael McCarthy" userId="6c3d0d11-2b15-40a7-a0ae-8a2128940231" providerId="ADAL" clId="{62621FD7-818A-475F-A9D6-65658757B1A1}" dt="2026-04-28T14:28:51.471" v="5426" actId="47"/>
        <pc:sldMkLst>
          <pc:docMk/>
          <pc:sldMk cId="2955548201" sldId="437"/>
        </pc:sldMkLst>
      </pc:sldChg>
      <pc:sldChg chg="add del">
        <pc:chgData name="Michael McCarthy" userId="6c3d0d11-2b15-40a7-a0ae-8a2128940231" providerId="ADAL" clId="{62621FD7-818A-475F-A9D6-65658757B1A1}" dt="2026-04-28T15:32:12.527" v="6903" actId="47"/>
        <pc:sldMkLst>
          <pc:docMk/>
          <pc:sldMk cId="998243351" sldId="495"/>
        </pc:sldMkLst>
      </pc:sldChg>
      <pc:sldChg chg="addSp delSp modSp add mod modNotesTx">
        <pc:chgData name="Michael McCarthy" userId="6c3d0d11-2b15-40a7-a0ae-8a2128940231" providerId="ADAL" clId="{62621FD7-818A-475F-A9D6-65658757B1A1}" dt="2026-04-29T17:36:29.647" v="9381" actId="20577"/>
        <pc:sldMkLst>
          <pc:docMk/>
          <pc:sldMk cId="691976255" sldId="610"/>
        </pc:sldMkLst>
        <pc:spChg chg="mod">
          <ac:chgData name="Michael McCarthy" userId="6c3d0d11-2b15-40a7-a0ae-8a2128940231" providerId="ADAL" clId="{62621FD7-818A-475F-A9D6-65658757B1A1}" dt="2026-04-28T16:03:50.807" v="7457" actId="207"/>
          <ac:spMkLst>
            <pc:docMk/>
            <pc:sldMk cId="691976255" sldId="610"/>
            <ac:spMk id="2" creationId="{558B6BF0-E17A-EB3A-793F-8DB71AFE1B07}"/>
          </ac:spMkLst>
        </pc:spChg>
        <pc:spChg chg="del mod">
          <ac:chgData name="Michael McCarthy" userId="6c3d0d11-2b15-40a7-a0ae-8a2128940231" providerId="ADAL" clId="{62621FD7-818A-475F-A9D6-65658757B1A1}" dt="2026-04-28T16:03:06.414" v="7387" actId="478"/>
          <ac:spMkLst>
            <pc:docMk/>
            <pc:sldMk cId="691976255" sldId="610"/>
            <ac:spMk id="4" creationId="{CA55017A-B199-E5F9-2F07-1B0F3134709E}"/>
          </ac:spMkLst>
        </pc:spChg>
        <pc:spChg chg="add mod">
          <ac:chgData name="Michael McCarthy" userId="6c3d0d11-2b15-40a7-a0ae-8a2128940231" providerId="ADAL" clId="{62621FD7-818A-475F-A9D6-65658757B1A1}" dt="2026-04-28T16:07:15.073" v="7530" actId="1035"/>
          <ac:spMkLst>
            <pc:docMk/>
            <pc:sldMk cId="691976255" sldId="610"/>
            <ac:spMk id="6" creationId="{FFF4EE78-A792-3471-0670-AC30C891366A}"/>
          </ac:spMkLst>
        </pc:spChg>
        <pc:spChg chg="del mod">
          <ac:chgData name="Michael McCarthy" userId="6c3d0d11-2b15-40a7-a0ae-8a2128940231" providerId="ADAL" clId="{62621FD7-818A-475F-A9D6-65658757B1A1}" dt="2026-04-28T16:03:08.047" v="7388" actId="478"/>
          <ac:spMkLst>
            <pc:docMk/>
            <pc:sldMk cId="691976255" sldId="610"/>
            <ac:spMk id="9" creationId="{39FB7B01-135F-6545-652C-B798548D82AE}"/>
          </ac:spMkLst>
        </pc:spChg>
        <pc:spChg chg="del mod">
          <ac:chgData name="Michael McCarthy" userId="6c3d0d11-2b15-40a7-a0ae-8a2128940231" providerId="ADAL" clId="{62621FD7-818A-475F-A9D6-65658757B1A1}" dt="2026-04-28T16:03:09.951" v="7389" actId="478"/>
          <ac:spMkLst>
            <pc:docMk/>
            <pc:sldMk cId="691976255" sldId="610"/>
            <ac:spMk id="10" creationId="{6583CB0E-93CC-84D4-DAFB-8F01981B28F5}"/>
          </ac:spMkLst>
        </pc:spChg>
        <pc:spChg chg="del">
          <ac:chgData name="Michael McCarthy" userId="6c3d0d11-2b15-40a7-a0ae-8a2128940231" providerId="ADAL" clId="{62621FD7-818A-475F-A9D6-65658757B1A1}" dt="2026-04-28T15:17:18.239" v="6715" actId="478"/>
          <ac:spMkLst>
            <pc:docMk/>
            <pc:sldMk cId="691976255" sldId="610"/>
            <ac:spMk id="11" creationId="{C16C4C10-EFC4-8982-9A44-0B0C396F9843}"/>
          </ac:spMkLst>
        </pc:spChg>
        <pc:graphicFrameChg chg="mod modGraphic">
          <ac:chgData name="Michael McCarthy" userId="6c3d0d11-2b15-40a7-a0ae-8a2128940231" providerId="ADAL" clId="{62621FD7-818A-475F-A9D6-65658757B1A1}" dt="2026-04-28T16:08:15.105" v="7610" actId="20577"/>
          <ac:graphicFrameMkLst>
            <pc:docMk/>
            <pc:sldMk cId="691976255" sldId="610"/>
            <ac:graphicFrameMk id="3" creationId="{5F91EEAC-2083-76EF-09D6-76BCCAF5F138}"/>
          </ac:graphicFrameMkLst>
        </pc:graphicFrameChg>
        <pc:graphicFrameChg chg="add mod modGraphic">
          <ac:chgData name="Michael McCarthy" userId="6c3d0d11-2b15-40a7-a0ae-8a2128940231" providerId="ADAL" clId="{62621FD7-818A-475F-A9D6-65658757B1A1}" dt="2026-04-28T16:07:10.226" v="7528" actId="1038"/>
          <ac:graphicFrameMkLst>
            <pc:docMk/>
            <pc:sldMk cId="691976255" sldId="610"/>
            <ac:graphicFrameMk id="5" creationId="{95B38696-ABF5-E452-D96B-1BCB45F79F85}"/>
          </ac:graphicFrameMkLst>
        </pc:graphicFrameChg>
        <pc:graphicFrameChg chg="mod modGraphic">
          <ac:chgData name="Michael McCarthy" userId="6c3d0d11-2b15-40a7-a0ae-8a2128940231" providerId="ADAL" clId="{62621FD7-818A-475F-A9D6-65658757B1A1}" dt="2026-04-28T16:06:08.971" v="7495" actId="12385"/>
          <ac:graphicFrameMkLst>
            <pc:docMk/>
            <pc:sldMk cId="691976255" sldId="610"/>
            <ac:graphicFrameMk id="12" creationId="{33565C7D-B1DA-01C5-D421-C80EE865DB0F}"/>
          </ac:graphicFrameMkLst>
        </pc:graphicFrameChg>
        <pc:graphicFrameChg chg="del">
          <ac:chgData name="Michael McCarthy" userId="6c3d0d11-2b15-40a7-a0ae-8a2128940231" providerId="ADAL" clId="{62621FD7-818A-475F-A9D6-65658757B1A1}" dt="2026-04-28T15:56:42.497" v="7206" actId="478"/>
          <ac:graphicFrameMkLst>
            <pc:docMk/>
            <pc:sldMk cId="691976255" sldId="610"/>
            <ac:graphicFrameMk id="14" creationId="{B9B875B2-3722-876A-E3BB-5455D08BF25B}"/>
          </ac:graphicFrameMkLst>
        </pc:graphicFrameChg>
        <pc:graphicFrameChg chg="mod modGraphic">
          <ac:chgData name="Michael McCarthy" userId="6c3d0d11-2b15-40a7-a0ae-8a2128940231" providerId="ADAL" clId="{62621FD7-818A-475F-A9D6-65658757B1A1}" dt="2026-04-28T16:09:02.034" v="7660" actId="20577"/>
          <ac:graphicFrameMkLst>
            <pc:docMk/>
            <pc:sldMk cId="691976255" sldId="610"/>
            <ac:graphicFrameMk id="15" creationId="{6ED31E55-FF96-8A0E-B4A9-5C09071FA2AB}"/>
          </ac:graphicFrameMkLst>
        </pc:graphicFrameChg>
        <pc:graphicFrameChg chg="del">
          <ac:chgData name="Michael McCarthy" userId="6c3d0d11-2b15-40a7-a0ae-8a2128940231" providerId="ADAL" clId="{62621FD7-818A-475F-A9D6-65658757B1A1}" dt="2026-04-28T15:56:42.497" v="7206" actId="478"/>
          <ac:graphicFrameMkLst>
            <pc:docMk/>
            <pc:sldMk cId="691976255" sldId="610"/>
            <ac:graphicFrameMk id="16" creationId="{5C178066-5727-A01B-03FC-68BEFEEED65A}"/>
          </ac:graphicFrameMkLst>
        </pc:graphicFrameChg>
      </pc:sldChg>
      <pc:sldChg chg="modSp new mod">
        <pc:chgData name="Michael McCarthy" userId="6c3d0d11-2b15-40a7-a0ae-8a2128940231" providerId="ADAL" clId="{62621FD7-818A-475F-A9D6-65658757B1A1}" dt="2026-04-23T20:56:55.130" v="128" actId="20577"/>
        <pc:sldMkLst>
          <pc:docMk/>
          <pc:sldMk cId="2372870519" sldId="612"/>
        </pc:sldMkLst>
        <pc:spChg chg="mod">
          <ac:chgData name="Michael McCarthy" userId="6c3d0d11-2b15-40a7-a0ae-8a2128940231" providerId="ADAL" clId="{62621FD7-818A-475F-A9D6-65658757B1A1}" dt="2026-04-23T20:56:28.089" v="75" actId="20577"/>
          <ac:spMkLst>
            <pc:docMk/>
            <pc:sldMk cId="2372870519" sldId="612"/>
            <ac:spMk id="3" creationId="{19474C25-95FC-1E77-70DC-9DBB9542FE37}"/>
          </ac:spMkLst>
        </pc:spChg>
        <pc:spChg chg="mod">
          <ac:chgData name="Michael McCarthy" userId="6c3d0d11-2b15-40a7-a0ae-8a2128940231" providerId="ADAL" clId="{62621FD7-818A-475F-A9D6-65658757B1A1}" dt="2026-04-23T20:56:39.801" v="90" actId="20577"/>
          <ac:spMkLst>
            <pc:docMk/>
            <pc:sldMk cId="2372870519" sldId="612"/>
            <ac:spMk id="4" creationId="{A450E6A9-6096-A7ED-71C4-9889FC31564B}"/>
          </ac:spMkLst>
        </pc:spChg>
        <pc:spChg chg="mod">
          <ac:chgData name="Michael McCarthy" userId="6c3d0d11-2b15-40a7-a0ae-8a2128940231" providerId="ADAL" clId="{62621FD7-818A-475F-A9D6-65658757B1A1}" dt="2026-04-23T20:56:55.130" v="128" actId="20577"/>
          <ac:spMkLst>
            <pc:docMk/>
            <pc:sldMk cId="2372870519" sldId="612"/>
            <ac:spMk id="5" creationId="{D1A7720A-423C-DF4E-FD09-6578F684E1E6}"/>
          </ac:spMkLst>
        </pc:spChg>
      </pc:sldChg>
      <pc:sldChg chg="modSp new mod">
        <pc:chgData name="Michael McCarthy" userId="6c3d0d11-2b15-40a7-a0ae-8a2128940231" providerId="ADAL" clId="{62621FD7-818A-475F-A9D6-65658757B1A1}" dt="2026-04-29T16:17:08.656" v="9176" actId="403"/>
        <pc:sldMkLst>
          <pc:docMk/>
          <pc:sldMk cId="3440114842" sldId="613"/>
        </pc:sldMkLst>
        <pc:spChg chg="mod">
          <ac:chgData name="Michael McCarthy" userId="6c3d0d11-2b15-40a7-a0ae-8a2128940231" providerId="ADAL" clId="{62621FD7-818A-475F-A9D6-65658757B1A1}" dt="2026-04-23T20:57:51.251" v="136" actId="20577"/>
          <ac:spMkLst>
            <pc:docMk/>
            <pc:sldMk cId="3440114842" sldId="613"/>
            <ac:spMk id="2" creationId="{D8786BCB-5C6D-17F2-229C-0AAD67EB7DA8}"/>
          </ac:spMkLst>
        </pc:spChg>
        <pc:spChg chg="mod">
          <ac:chgData name="Michael McCarthy" userId="6c3d0d11-2b15-40a7-a0ae-8a2128940231" providerId="ADAL" clId="{62621FD7-818A-475F-A9D6-65658757B1A1}" dt="2026-04-29T16:17:08.656" v="9176" actId="403"/>
          <ac:spMkLst>
            <pc:docMk/>
            <pc:sldMk cId="3440114842" sldId="613"/>
            <ac:spMk id="3" creationId="{2C5577C9-4F54-A2BB-4A21-2C7C01A0FD4F}"/>
          </ac:spMkLst>
        </pc:spChg>
      </pc:sldChg>
      <pc:sldChg chg="addSp delSp modSp new mod modClrScheme chgLayout">
        <pc:chgData name="Michael McCarthy" userId="6c3d0d11-2b15-40a7-a0ae-8a2128940231" providerId="ADAL" clId="{62621FD7-818A-475F-A9D6-65658757B1A1}" dt="2026-04-28T14:36:47.722" v="5752" actId="14100"/>
        <pc:sldMkLst>
          <pc:docMk/>
          <pc:sldMk cId="3568198413" sldId="614"/>
        </pc:sldMkLst>
        <pc:spChg chg="mod ord">
          <ac:chgData name="Michael McCarthy" userId="6c3d0d11-2b15-40a7-a0ae-8a2128940231" providerId="ADAL" clId="{62621FD7-818A-475F-A9D6-65658757B1A1}" dt="2026-04-23T21:20:17.524" v="1159" actId="6549"/>
          <ac:spMkLst>
            <pc:docMk/>
            <pc:sldMk cId="3568198413" sldId="614"/>
            <ac:spMk id="2" creationId="{DC60B3BF-D9E0-10A9-17D7-530E97EC865C}"/>
          </ac:spMkLst>
        </pc:spChg>
        <pc:spChg chg="add mod">
          <ac:chgData name="Michael McCarthy" userId="6c3d0d11-2b15-40a7-a0ae-8a2128940231" providerId="ADAL" clId="{62621FD7-818A-475F-A9D6-65658757B1A1}" dt="2026-04-28T14:36:47.722" v="5752" actId="14100"/>
          <ac:spMkLst>
            <pc:docMk/>
            <pc:sldMk cId="3568198413" sldId="614"/>
            <ac:spMk id="3" creationId="{74C48B52-D9F7-33CF-30F8-6C47B9CB9E7D}"/>
          </ac:spMkLst>
        </pc:spChg>
        <pc:spChg chg="add mod ord">
          <ac:chgData name="Michael McCarthy" userId="6c3d0d11-2b15-40a7-a0ae-8a2128940231" providerId="ADAL" clId="{62621FD7-818A-475F-A9D6-65658757B1A1}" dt="2026-04-23T21:18:39.193" v="1067" actId="1035"/>
          <ac:spMkLst>
            <pc:docMk/>
            <pc:sldMk cId="3568198413" sldId="614"/>
            <ac:spMk id="4" creationId="{8A6B70B2-D9FC-CC63-C690-95899DE1DE42}"/>
          </ac:spMkLst>
        </pc:spChg>
        <pc:spChg chg="add mod ord">
          <ac:chgData name="Michael McCarthy" userId="6c3d0d11-2b15-40a7-a0ae-8a2128940231" providerId="ADAL" clId="{62621FD7-818A-475F-A9D6-65658757B1A1}" dt="2026-04-23T21:18:39.193" v="1067" actId="1035"/>
          <ac:spMkLst>
            <pc:docMk/>
            <pc:sldMk cId="3568198413" sldId="614"/>
            <ac:spMk id="5" creationId="{08C77605-6800-EA33-D065-07A245738997}"/>
          </ac:spMkLst>
        </pc:spChg>
        <pc:spChg chg="add mod ord">
          <ac:chgData name="Michael McCarthy" userId="6c3d0d11-2b15-40a7-a0ae-8a2128940231" providerId="ADAL" clId="{62621FD7-818A-475F-A9D6-65658757B1A1}" dt="2026-04-23T21:18:39.193" v="1067" actId="1035"/>
          <ac:spMkLst>
            <pc:docMk/>
            <pc:sldMk cId="3568198413" sldId="614"/>
            <ac:spMk id="6" creationId="{96A25E90-5614-4334-8F32-9B0000C81C2E}"/>
          </ac:spMkLst>
        </pc:spChg>
        <pc:spChg chg="add mod ord">
          <ac:chgData name="Michael McCarthy" userId="6c3d0d11-2b15-40a7-a0ae-8a2128940231" providerId="ADAL" clId="{62621FD7-818A-475F-A9D6-65658757B1A1}" dt="2026-04-23T21:18:39.193" v="1067" actId="1035"/>
          <ac:spMkLst>
            <pc:docMk/>
            <pc:sldMk cId="3568198413" sldId="614"/>
            <ac:spMk id="7" creationId="{FB819805-ECCF-E2B2-5340-68F842997CD0}"/>
          </ac:spMkLst>
        </pc:spChg>
        <pc:picChg chg="add mod modCrop">
          <ac:chgData name="Michael McCarthy" userId="6c3d0d11-2b15-40a7-a0ae-8a2128940231" providerId="ADAL" clId="{62621FD7-818A-475F-A9D6-65658757B1A1}" dt="2026-04-23T21:11:34.707" v="989" actId="1076"/>
          <ac:picMkLst>
            <pc:docMk/>
            <pc:sldMk cId="3568198413" sldId="614"/>
            <ac:picMk id="9" creationId="{3831A04D-C732-996C-19AF-B3C2D4230400}"/>
          </ac:picMkLst>
        </pc:picChg>
        <pc:picChg chg="add mod modCrop">
          <ac:chgData name="Michael McCarthy" userId="6c3d0d11-2b15-40a7-a0ae-8a2128940231" providerId="ADAL" clId="{62621FD7-818A-475F-A9D6-65658757B1A1}" dt="2026-04-23T21:18:57.394" v="1081" actId="1038"/>
          <ac:picMkLst>
            <pc:docMk/>
            <pc:sldMk cId="3568198413" sldId="614"/>
            <ac:picMk id="11" creationId="{E495ACED-A89F-0CCF-FBA3-A204609B0AE1}"/>
          </ac:picMkLst>
        </pc:picChg>
      </pc:sldChg>
      <pc:sldChg chg="modSp new mod">
        <pc:chgData name="Michael McCarthy" userId="6c3d0d11-2b15-40a7-a0ae-8a2128940231" providerId="ADAL" clId="{62621FD7-818A-475F-A9D6-65658757B1A1}" dt="2026-04-23T21:19:45.907" v="1127" actId="20577"/>
        <pc:sldMkLst>
          <pc:docMk/>
          <pc:sldMk cId="2756633439" sldId="615"/>
        </pc:sldMkLst>
        <pc:spChg chg="mod">
          <ac:chgData name="Michael McCarthy" userId="6c3d0d11-2b15-40a7-a0ae-8a2128940231" providerId="ADAL" clId="{62621FD7-818A-475F-A9D6-65658757B1A1}" dt="2026-04-23T21:19:45.907" v="1127" actId="20577"/>
          <ac:spMkLst>
            <pc:docMk/>
            <pc:sldMk cId="2756633439" sldId="615"/>
            <ac:spMk id="2" creationId="{E2C0BCB7-059E-6F8C-42FD-52FDD52E9A2A}"/>
          </ac:spMkLst>
        </pc:spChg>
        <pc:spChg chg="mod">
          <ac:chgData name="Michael McCarthy" userId="6c3d0d11-2b15-40a7-a0ae-8a2128940231" providerId="ADAL" clId="{62621FD7-818A-475F-A9D6-65658757B1A1}" dt="2026-04-23T21:19:33.106" v="1096" actId="20577"/>
          <ac:spMkLst>
            <pc:docMk/>
            <pc:sldMk cId="2756633439" sldId="615"/>
            <ac:spMk id="3" creationId="{5BAAF107-2006-82B0-6BE7-C4CD7A96A8EC}"/>
          </ac:spMkLst>
        </pc:spChg>
      </pc:sldChg>
      <pc:sldChg chg="modSp add mod">
        <pc:chgData name="Michael McCarthy" userId="6c3d0d11-2b15-40a7-a0ae-8a2128940231" providerId="ADAL" clId="{62621FD7-818A-475F-A9D6-65658757B1A1}" dt="2026-04-23T21:19:55.651" v="1139" actId="20577"/>
        <pc:sldMkLst>
          <pc:docMk/>
          <pc:sldMk cId="3787104059" sldId="616"/>
        </pc:sldMkLst>
        <pc:spChg chg="mod">
          <ac:chgData name="Michael McCarthy" userId="6c3d0d11-2b15-40a7-a0ae-8a2128940231" providerId="ADAL" clId="{62621FD7-818A-475F-A9D6-65658757B1A1}" dt="2026-04-23T21:19:55.651" v="1139" actId="20577"/>
          <ac:spMkLst>
            <pc:docMk/>
            <pc:sldMk cId="3787104059" sldId="616"/>
            <ac:spMk id="3" creationId="{75CBA2F6-F985-933A-05E3-2EFE3B830736}"/>
          </ac:spMkLst>
        </pc:spChg>
      </pc:sldChg>
      <pc:sldChg chg="addSp modSp new mod">
        <pc:chgData name="Michael McCarthy" userId="6c3d0d11-2b15-40a7-a0ae-8a2128940231" providerId="ADAL" clId="{62621FD7-818A-475F-A9D6-65658757B1A1}" dt="2026-04-28T14:37:07.459" v="5757" actId="1037"/>
        <pc:sldMkLst>
          <pc:docMk/>
          <pc:sldMk cId="1513600679" sldId="617"/>
        </pc:sldMkLst>
        <pc:spChg chg="mod">
          <ac:chgData name="Michael McCarthy" userId="6c3d0d11-2b15-40a7-a0ae-8a2128940231" providerId="ADAL" clId="{62621FD7-818A-475F-A9D6-65658757B1A1}" dt="2026-04-23T21:20:41.699" v="1179" actId="20577"/>
          <ac:spMkLst>
            <pc:docMk/>
            <pc:sldMk cId="1513600679" sldId="617"/>
            <ac:spMk id="2" creationId="{C5A10126-9FC8-F0D4-F206-82016BF3DAD7}"/>
          </ac:spMkLst>
        </pc:spChg>
        <pc:spChg chg="mod">
          <ac:chgData name="Michael McCarthy" userId="6c3d0d11-2b15-40a7-a0ae-8a2128940231" providerId="ADAL" clId="{62621FD7-818A-475F-A9D6-65658757B1A1}" dt="2026-04-24T21:36:07.079" v="3448" actId="403"/>
          <ac:spMkLst>
            <pc:docMk/>
            <pc:sldMk cId="1513600679" sldId="617"/>
            <ac:spMk id="3" creationId="{DAD3D08B-9A42-A31D-BE23-35FBFA841A20}"/>
          </ac:spMkLst>
        </pc:spChg>
        <pc:spChg chg="add mod">
          <ac:chgData name="Michael McCarthy" userId="6c3d0d11-2b15-40a7-a0ae-8a2128940231" providerId="ADAL" clId="{62621FD7-818A-475F-A9D6-65658757B1A1}" dt="2026-04-28T14:37:07.459" v="5757" actId="1037"/>
          <ac:spMkLst>
            <pc:docMk/>
            <pc:sldMk cId="1513600679" sldId="617"/>
            <ac:spMk id="4" creationId="{683897BB-7978-7C74-96D9-C6D91FBB838E}"/>
          </ac:spMkLst>
        </pc:spChg>
        <pc:spChg chg="add mod">
          <ac:chgData name="Michael McCarthy" userId="6c3d0d11-2b15-40a7-a0ae-8a2128940231" providerId="ADAL" clId="{62621FD7-818A-475F-A9D6-65658757B1A1}" dt="2026-04-24T21:35:35.047" v="3447" actId="1076"/>
          <ac:spMkLst>
            <pc:docMk/>
            <pc:sldMk cId="1513600679" sldId="617"/>
            <ac:spMk id="8" creationId="{C2B32A7D-429A-FB2B-1FA7-C7FEA3FA3D56}"/>
          </ac:spMkLst>
        </pc:spChg>
        <pc:picChg chg="add mod modCrop">
          <ac:chgData name="Michael McCarthy" userId="6c3d0d11-2b15-40a7-a0ae-8a2128940231" providerId="ADAL" clId="{62621FD7-818A-475F-A9D6-65658757B1A1}" dt="2026-04-24T21:34:27.772" v="3362" actId="1076"/>
          <ac:picMkLst>
            <pc:docMk/>
            <pc:sldMk cId="1513600679" sldId="617"/>
            <ac:picMk id="5" creationId="{1B862E04-4A0C-1A36-4E3A-DF0A69E586A7}"/>
          </ac:picMkLst>
        </pc:picChg>
        <pc:picChg chg="add mod">
          <ac:chgData name="Michael McCarthy" userId="6c3d0d11-2b15-40a7-a0ae-8a2128940231" providerId="ADAL" clId="{62621FD7-818A-475F-A9D6-65658757B1A1}" dt="2026-04-23T22:05:38.938" v="2501" actId="1036"/>
          <ac:picMkLst>
            <pc:docMk/>
            <pc:sldMk cId="1513600679" sldId="617"/>
            <ac:picMk id="6" creationId="{C9C40449-C72C-4F19-E559-E56293771435}"/>
          </ac:picMkLst>
        </pc:picChg>
        <pc:picChg chg="add mod">
          <ac:chgData name="Michael McCarthy" userId="6c3d0d11-2b15-40a7-a0ae-8a2128940231" providerId="ADAL" clId="{62621FD7-818A-475F-A9D6-65658757B1A1}" dt="2026-04-23T22:05:38.938" v="2501" actId="1036"/>
          <ac:picMkLst>
            <pc:docMk/>
            <pc:sldMk cId="1513600679" sldId="617"/>
            <ac:picMk id="7" creationId="{6BC8FB3D-88A2-DCF7-EE3E-BF43D7F873C5}"/>
          </ac:picMkLst>
        </pc:picChg>
      </pc:sldChg>
      <pc:sldChg chg="addSp delSp modSp new mod">
        <pc:chgData name="Michael McCarthy" userId="6c3d0d11-2b15-40a7-a0ae-8a2128940231" providerId="ADAL" clId="{62621FD7-818A-475F-A9D6-65658757B1A1}" dt="2026-04-28T14:57:48.204" v="6476" actId="207"/>
        <pc:sldMkLst>
          <pc:docMk/>
          <pc:sldMk cId="1155586437" sldId="618"/>
        </pc:sldMkLst>
        <pc:spChg chg="mod">
          <ac:chgData name="Michael McCarthy" userId="6c3d0d11-2b15-40a7-a0ae-8a2128940231" providerId="ADAL" clId="{62621FD7-818A-475F-A9D6-65658757B1A1}" dt="2026-04-23T21:51:44.912" v="1757" actId="20577"/>
          <ac:spMkLst>
            <pc:docMk/>
            <pc:sldMk cId="1155586437" sldId="618"/>
            <ac:spMk id="2" creationId="{981239DF-C4F2-3D6C-33A5-4881A6645C1F}"/>
          </ac:spMkLst>
        </pc:spChg>
        <pc:spChg chg="mod">
          <ac:chgData name="Michael McCarthy" userId="6c3d0d11-2b15-40a7-a0ae-8a2128940231" providerId="ADAL" clId="{62621FD7-818A-475F-A9D6-65658757B1A1}" dt="2026-04-23T21:57:05.232" v="2190" actId="20577"/>
          <ac:spMkLst>
            <pc:docMk/>
            <pc:sldMk cId="1155586437" sldId="618"/>
            <ac:spMk id="3" creationId="{18614C00-A8E7-A13E-2F99-8B9092A9D181}"/>
          </ac:spMkLst>
        </pc:spChg>
        <pc:spChg chg="add mod">
          <ac:chgData name="Michael McCarthy" userId="6c3d0d11-2b15-40a7-a0ae-8a2128940231" providerId="ADAL" clId="{62621FD7-818A-475F-A9D6-65658757B1A1}" dt="2026-04-23T21:56:17.681" v="2017" actId="1076"/>
          <ac:spMkLst>
            <pc:docMk/>
            <pc:sldMk cId="1155586437" sldId="618"/>
            <ac:spMk id="5" creationId="{17512135-DCA6-3103-2C35-09A99EFA7892}"/>
          </ac:spMkLst>
        </pc:spChg>
        <pc:spChg chg="add mod">
          <ac:chgData name="Michael McCarthy" userId="6c3d0d11-2b15-40a7-a0ae-8a2128940231" providerId="ADAL" clId="{62621FD7-818A-475F-A9D6-65658757B1A1}" dt="2026-04-23T21:56:05.451" v="1998" actId="164"/>
          <ac:spMkLst>
            <pc:docMk/>
            <pc:sldMk cId="1155586437" sldId="618"/>
            <ac:spMk id="6" creationId="{ACB68562-655D-D5A4-C263-0DF7099F010D}"/>
          </ac:spMkLst>
        </pc:spChg>
        <pc:spChg chg="add mod">
          <ac:chgData name="Michael McCarthy" userId="6c3d0d11-2b15-40a7-a0ae-8a2128940231" providerId="ADAL" clId="{62621FD7-818A-475F-A9D6-65658757B1A1}" dt="2026-04-23T21:56:05.451" v="1998" actId="164"/>
          <ac:spMkLst>
            <pc:docMk/>
            <pc:sldMk cId="1155586437" sldId="618"/>
            <ac:spMk id="7" creationId="{DF816A24-4CCD-AA9E-8180-C994A998EB13}"/>
          </ac:spMkLst>
        </pc:spChg>
        <pc:spChg chg="add mod">
          <ac:chgData name="Michael McCarthy" userId="6c3d0d11-2b15-40a7-a0ae-8a2128940231" providerId="ADAL" clId="{62621FD7-818A-475F-A9D6-65658757B1A1}" dt="2026-04-23T21:56:05.451" v="1998" actId="164"/>
          <ac:spMkLst>
            <pc:docMk/>
            <pc:sldMk cId="1155586437" sldId="618"/>
            <ac:spMk id="8" creationId="{79DF386F-803D-4002-3440-A66A8893B3A2}"/>
          </ac:spMkLst>
        </pc:spChg>
        <pc:spChg chg="add mod">
          <ac:chgData name="Michael McCarthy" userId="6c3d0d11-2b15-40a7-a0ae-8a2128940231" providerId="ADAL" clId="{62621FD7-818A-475F-A9D6-65658757B1A1}" dt="2026-04-23T21:56:05.451" v="1998" actId="164"/>
          <ac:spMkLst>
            <pc:docMk/>
            <pc:sldMk cId="1155586437" sldId="618"/>
            <ac:spMk id="9" creationId="{381F1196-BD70-2E46-F696-EBA6D4F0C7EF}"/>
          </ac:spMkLst>
        </pc:spChg>
        <pc:spChg chg="add mod">
          <ac:chgData name="Michael McCarthy" userId="6c3d0d11-2b15-40a7-a0ae-8a2128940231" providerId="ADAL" clId="{62621FD7-818A-475F-A9D6-65658757B1A1}" dt="2026-04-23T21:56:05.451" v="1998" actId="164"/>
          <ac:spMkLst>
            <pc:docMk/>
            <pc:sldMk cId="1155586437" sldId="618"/>
            <ac:spMk id="10" creationId="{88856BAB-5D53-DEA3-9399-E12F9BF4902A}"/>
          </ac:spMkLst>
        </pc:spChg>
        <pc:spChg chg="add mod">
          <ac:chgData name="Michael McCarthy" userId="6c3d0d11-2b15-40a7-a0ae-8a2128940231" providerId="ADAL" clId="{62621FD7-818A-475F-A9D6-65658757B1A1}" dt="2026-04-28T14:56:33.485" v="6471" actId="404"/>
          <ac:spMkLst>
            <pc:docMk/>
            <pc:sldMk cId="1155586437" sldId="618"/>
            <ac:spMk id="11" creationId="{C6588060-B3AF-CC30-779F-350B2650380D}"/>
          </ac:spMkLst>
        </pc:spChg>
        <pc:spChg chg="add mod">
          <ac:chgData name="Michael McCarthy" userId="6c3d0d11-2b15-40a7-a0ae-8a2128940231" providerId="ADAL" clId="{62621FD7-818A-475F-A9D6-65658757B1A1}" dt="2026-04-28T14:57:48.204" v="6476" actId="207"/>
          <ac:spMkLst>
            <pc:docMk/>
            <pc:sldMk cId="1155586437" sldId="618"/>
            <ac:spMk id="12" creationId="{B5E78088-8D6C-7FA7-6860-22B42CEFBF3A}"/>
          </ac:spMkLst>
        </pc:spChg>
        <pc:spChg chg="add mod">
          <ac:chgData name="Michael McCarthy" userId="6c3d0d11-2b15-40a7-a0ae-8a2128940231" providerId="ADAL" clId="{62621FD7-818A-475F-A9D6-65658757B1A1}" dt="2026-04-28T14:56:50.793" v="6472" actId="1038"/>
          <ac:spMkLst>
            <pc:docMk/>
            <pc:sldMk cId="1155586437" sldId="618"/>
            <ac:spMk id="13" creationId="{3FFE32AA-76C5-34D4-68E6-73DF880FF206}"/>
          </ac:spMkLst>
        </pc:spChg>
        <pc:spChg chg="add mod">
          <ac:chgData name="Michael McCarthy" userId="6c3d0d11-2b15-40a7-a0ae-8a2128940231" providerId="ADAL" clId="{62621FD7-818A-475F-A9D6-65658757B1A1}" dt="2026-04-28T14:57:01.794" v="6473" actId="207"/>
          <ac:spMkLst>
            <pc:docMk/>
            <pc:sldMk cId="1155586437" sldId="618"/>
            <ac:spMk id="14" creationId="{090621AF-03BD-6F86-402B-6CFC6C91712A}"/>
          </ac:spMkLst>
        </pc:spChg>
        <pc:spChg chg="add mod">
          <ac:chgData name="Michael McCarthy" userId="6c3d0d11-2b15-40a7-a0ae-8a2128940231" providerId="ADAL" clId="{62621FD7-818A-475F-A9D6-65658757B1A1}" dt="2026-04-28T14:57:11.850" v="6474" actId="207"/>
          <ac:spMkLst>
            <pc:docMk/>
            <pc:sldMk cId="1155586437" sldId="618"/>
            <ac:spMk id="15" creationId="{6AC31AC4-98D6-A7D2-027C-E197C6CC1073}"/>
          </ac:spMkLst>
        </pc:spChg>
        <pc:grpChg chg="add mod">
          <ac:chgData name="Michael McCarthy" userId="6c3d0d11-2b15-40a7-a0ae-8a2128940231" providerId="ADAL" clId="{62621FD7-818A-475F-A9D6-65658757B1A1}" dt="2026-04-24T21:31:38.980" v="3360" actId="1076"/>
          <ac:grpSpMkLst>
            <pc:docMk/>
            <pc:sldMk cId="1155586437" sldId="618"/>
            <ac:grpSpMk id="16" creationId="{68A875EF-837D-9ECA-3747-7550D92A4C1F}"/>
          </ac:grpSpMkLst>
        </pc:grpChg>
        <pc:picChg chg="mod">
          <ac:chgData name="Michael McCarthy" userId="6c3d0d11-2b15-40a7-a0ae-8a2128940231" providerId="ADAL" clId="{62621FD7-818A-475F-A9D6-65658757B1A1}" dt="2026-04-23T21:56:05.451" v="1998" actId="164"/>
          <ac:picMkLst>
            <pc:docMk/>
            <pc:sldMk cId="1155586437" sldId="618"/>
            <ac:picMk id="4" creationId="{D84B5425-4B75-5F40-3351-5A39AFB12773}"/>
          </ac:picMkLst>
        </pc:picChg>
      </pc:sldChg>
      <pc:sldChg chg="modSp add mod ord">
        <pc:chgData name="Michael McCarthy" userId="6c3d0d11-2b15-40a7-a0ae-8a2128940231" providerId="ADAL" clId="{62621FD7-818A-475F-A9D6-65658757B1A1}" dt="2026-04-28T14:58:31.491" v="6495" actId="20577"/>
        <pc:sldMkLst>
          <pc:docMk/>
          <pc:sldMk cId="2464383203" sldId="619"/>
        </pc:sldMkLst>
        <pc:spChg chg="mod">
          <ac:chgData name="Michael McCarthy" userId="6c3d0d11-2b15-40a7-a0ae-8a2128940231" providerId="ADAL" clId="{62621FD7-818A-475F-A9D6-65658757B1A1}" dt="2026-04-28T14:58:31.491" v="6495" actId="20577"/>
          <ac:spMkLst>
            <pc:docMk/>
            <pc:sldMk cId="2464383203" sldId="619"/>
            <ac:spMk id="3" creationId="{DC04A133-7390-122B-ADB9-1B1C9E8F5093}"/>
          </ac:spMkLst>
        </pc:spChg>
        <pc:spChg chg="mod">
          <ac:chgData name="Michael McCarthy" userId="6c3d0d11-2b15-40a7-a0ae-8a2128940231" providerId="ADAL" clId="{62621FD7-818A-475F-A9D6-65658757B1A1}" dt="2026-04-23T21:59:56.290" v="2223" actId="1076"/>
          <ac:spMkLst>
            <pc:docMk/>
            <pc:sldMk cId="2464383203" sldId="619"/>
            <ac:spMk id="4" creationId="{2786B92A-7616-B29E-61B3-7660D604B65F}"/>
          </ac:spMkLst>
        </pc:spChg>
      </pc:sldChg>
      <pc:sldChg chg="modSp add mod">
        <pc:chgData name="Michael McCarthy" userId="6c3d0d11-2b15-40a7-a0ae-8a2128940231" providerId="ADAL" clId="{62621FD7-818A-475F-A9D6-65658757B1A1}" dt="2026-04-27T22:30:12.224" v="4446" actId="20577"/>
        <pc:sldMkLst>
          <pc:docMk/>
          <pc:sldMk cId="938282592" sldId="620"/>
        </pc:sldMkLst>
        <pc:spChg chg="mod">
          <ac:chgData name="Michael McCarthy" userId="6c3d0d11-2b15-40a7-a0ae-8a2128940231" providerId="ADAL" clId="{62621FD7-818A-475F-A9D6-65658757B1A1}" dt="2026-04-27T22:30:12.224" v="4446" actId="20577"/>
          <ac:spMkLst>
            <pc:docMk/>
            <pc:sldMk cId="938282592" sldId="620"/>
            <ac:spMk id="3" creationId="{E6E76928-FBBB-BA44-104F-C2968E5B4A3B}"/>
          </ac:spMkLst>
        </pc:spChg>
      </pc:sldChg>
      <pc:sldChg chg="addSp delSp modSp new mod">
        <pc:chgData name="Michael McCarthy" userId="6c3d0d11-2b15-40a7-a0ae-8a2128940231" providerId="ADAL" clId="{62621FD7-818A-475F-A9D6-65658757B1A1}" dt="2026-04-28T14:54:50.705" v="6444" actId="20577"/>
        <pc:sldMkLst>
          <pc:docMk/>
          <pc:sldMk cId="1863628021" sldId="621"/>
        </pc:sldMkLst>
        <pc:spChg chg="mod">
          <ac:chgData name="Michael McCarthy" userId="6c3d0d11-2b15-40a7-a0ae-8a2128940231" providerId="ADAL" clId="{62621FD7-818A-475F-A9D6-65658757B1A1}" dt="2026-04-28T14:54:49.657" v="6443" actId="20577"/>
          <ac:spMkLst>
            <pc:docMk/>
            <pc:sldMk cId="1863628021" sldId="621"/>
            <ac:spMk id="2" creationId="{AE219159-7234-2471-8EBE-125D35F5CC1D}"/>
          </ac:spMkLst>
        </pc:spChg>
        <pc:spChg chg="mod">
          <ac:chgData name="Michael McCarthy" userId="6c3d0d11-2b15-40a7-a0ae-8a2128940231" providerId="ADAL" clId="{62621FD7-818A-475F-A9D6-65658757B1A1}" dt="2026-04-23T22:01:15.665" v="2320" actId="20577"/>
          <ac:spMkLst>
            <pc:docMk/>
            <pc:sldMk cId="1863628021" sldId="621"/>
            <ac:spMk id="3" creationId="{533B532E-F7E2-FD76-699F-A393A5224C0D}"/>
          </ac:spMkLst>
        </pc:spChg>
        <pc:spChg chg="mod">
          <ac:chgData name="Michael McCarthy" userId="6c3d0d11-2b15-40a7-a0ae-8a2128940231" providerId="ADAL" clId="{62621FD7-818A-475F-A9D6-65658757B1A1}" dt="2026-04-28T14:54:50.705" v="6444" actId="20577"/>
          <ac:spMkLst>
            <pc:docMk/>
            <pc:sldMk cId="1863628021" sldId="621"/>
            <ac:spMk id="8" creationId="{7B2219AE-A368-848E-60A3-11D5593B4ACC}"/>
          </ac:spMkLst>
        </pc:spChg>
        <pc:spChg chg="mod">
          <ac:chgData name="Michael McCarthy" userId="6c3d0d11-2b15-40a7-a0ae-8a2128940231" providerId="ADAL" clId="{62621FD7-818A-475F-A9D6-65658757B1A1}" dt="2026-04-23T22:01:06.457" v="2294" actId="20577"/>
          <ac:spMkLst>
            <pc:docMk/>
            <pc:sldMk cId="1863628021" sldId="621"/>
            <ac:spMk id="9" creationId="{C11F1073-F31E-D681-5058-674D1F1E1A7E}"/>
          </ac:spMkLst>
        </pc:spChg>
        <pc:spChg chg="mod">
          <ac:chgData name="Michael McCarthy" userId="6c3d0d11-2b15-40a7-a0ae-8a2128940231" providerId="ADAL" clId="{62621FD7-818A-475F-A9D6-65658757B1A1}" dt="2026-04-23T22:02:16.031" v="2380" actId="1076"/>
          <ac:spMkLst>
            <pc:docMk/>
            <pc:sldMk cId="1863628021" sldId="621"/>
            <ac:spMk id="10" creationId="{A85D38C7-977F-DF85-A080-5EAE17EC2E45}"/>
          </ac:spMkLst>
        </pc:spChg>
        <pc:spChg chg="add mod">
          <ac:chgData name="Michael McCarthy" userId="6c3d0d11-2b15-40a7-a0ae-8a2128940231" providerId="ADAL" clId="{62621FD7-818A-475F-A9D6-65658757B1A1}" dt="2026-04-23T22:02:19.745" v="2381" actId="1076"/>
          <ac:spMkLst>
            <pc:docMk/>
            <pc:sldMk cId="1863628021" sldId="621"/>
            <ac:spMk id="11" creationId="{CB481C0B-71BE-07C5-9621-863960A92947}"/>
          </ac:spMkLst>
        </pc:spChg>
      </pc:sldChg>
      <pc:sldChg chg="modSp add mod">
        <pc:chgData name="Michael McCarthy" userId="6c3d0d11-2b15-40a7-a0ae-8a2128940231" providerId="ADAL" clId="{62621FD7-818A-475F-A9D6-65658757B1A1}" dt="2026-04-28T14:54:57.521" v="6445" actId="20577"/>
        <pc:sldMkLst>
          <pc:docMk/>
          <pc:sldMk cId="2390486487" sldId="622"/>
        </pc:sldMkLst>
        <pc:spChg chg="mod">
          <ac:chgData name="Michael McCarthy" userId="6c3d0d11-2b15-40a7-a0ae-8a2128940231" providerId="ADAL" clId="{62621FD7-818A-475F-A9D6-65658757B1A1}" dt="2026-04-28T14:54:57.521" v="6445" actId="20577"/>
          <ac:spMkLst>
            <pc:docMk/>
            <pc:sldMk cId="2390486487" sldId="622"/>
            <ac:spMk id="3" creationId="{8FC0B691-A41F-4646-1F8E-5725759BF01E}"/>
          </ac:spMkLst>
        </pc:spChg>
        <pc:spChg chg="mod">
          <ac:chgData name="Michael McCarthy" userId="6c3d0d11-2b15-40a7-a0ae-8a2128940231" providerId="ADAL" clId="{62621FD7-818A-475F-A9D6-65658757B1A1}" dt="2026-04-23T22:00:47.993" v="2255" actId="1076"/>
          <ac:spMkLst>
            <pc:docMk/>
            <pc:sldMk cId="2390486487" sldId="622"/>
            <ac:spMk id="4" creationId="{DC021F0C-BB69-6D38-4FCB-BF8C4FFB4E2B}"/>
          </ac:spMkLst>
        </pc:spChg>
      </pc:sldChg>
      <pc:sldChg chg="addSp modSp new mod">
        <pc:chgData name="Michael McCarthy" userId="6c3d0d11-2b15-40a7-a0ae-8a2128940231" providerId="ADAL" clId="{62621FD7-818A-475F-A9D6-65658757B1A1}" dt="2026-04-28T14:37:32.206" v="5766" actId="20577"/>
        <pc:sldMkLst>
          <pc:docMk/>
          <pc:sldMk cId="2263814365" sldId="623"/>
        </pc:sldMkLst>
        <pc:spChg chg="mod">
          <ac:chgData name="Michael McCarthy" userId="6c3d0d11-2b15-40a7-a0ae-8a2128940231" providerId="ADAL" clId="{62621FD7-818A-475F-A9D6-65658757B1A1}" dt="2026-04-23T22:02:43.603" v="2396" actId="20577"/>
          <ac:spMkLst>
            <pc:docMk/>
            <pc:sldMk cId="2263814365" sldId="623"/>
            <ac:spMk id="2" creationId="{F516B418-133A-8798-D4AD-3017EE69FF69}"/>
          </ac:spMkLst>
        </pc:spChg>
        <pc:spChg chg="mod">
          <ac:chgData name="Michael McCarthy" userId="6c3d0d11-2b15-40a7-a0ae-8a2128940231" providerId="ADAL" clId="{62621FD7-818A-475F-A9D6-65658757B1A1}" dt="2026-04-28T14:37:32.206" v="5766" actId="20577"/>
          <ac:spMkLst>
            <pc:docMk/>
            <pc:sldMk cId="2263814365" sldId="623"/>
            <ac:spMk id="3" creationId="{33D0AD6B-6573-EFBA-54D1-2258C47D63D8}"/>
          </ac:spMkLst>
        </pc:spChg>
        <pc:picChg chg="add mod">
          <ac:chgData name="Michael McCarthy" userId="6c3d0d11-2b15-40a7-a0ae-8a2128940231" providerId="ADAL" clId="{62621FD7-818A-475F-A9D6-65658757B1A1}" dt="2026-04-24T22:19:23.406" v="4231" actId="1076"/>
          <ac:picMkLst>
            <pc:docMk/>
            <pc:sldMk cId="2263814365" sldId="623"/>
            <ac:picMk id="4" creationId="{18CB77D7-2101-FA33-7814-CD9F3071E096}"/>
          </ac:picMkLst>
        </pc:picChg>
        <pc:picChg chg="add mod">
          <ac:chgData name="Michael McCarthy" userId="6c3d0d11-2b15-40a7-a0ae-8a2128940231" providerId="ADAL" clId="{62621FD7-818A-475F-A9D6-65658757B1A1}" dt="2026-04-24T22:19:29.516" v="4233" actId="14100"/>
          <ac:picMkLst>
            <pc:docMk/>
            <pc:sldMk cId="2263814365" sldId="623"/>
            <ac:picMk id="5" creationId="{4BA3B75D-0F9E-A60D-1185-EC9222C7963E}"/>
          </ac:picMkLst>
        </pc:picChg>
        <pc:picChg chg="add mod">
          <ac:chgData name="Michael McCarthy" userId="6c3d0d11-2b15-40a7-a0ae-8a2128940231" providerId="ADAL" clId="{62621FD7-818A-475F-A9D6-65658757B1A1}" dt="2026-04-24T22:19:35.055" v="4235" actId="1076"/>
          <ac:picMkLst>
            <pc:docMk/>
            <pc:sldMk cId="2263814365" sldId="623"/>
            <ac:picMk id="6" creationId="{8DFD7909-0B25-FF4E-34B9-0E84963E49BC}"/>
          </ac:picMkLst>
        </pc:picChg>
      </pc:sldChg>
      <pc:sldChg chg="addSp delSp modSp new mod">
        <pc:chgData name="Michael McCarthy" userId="6c3d0d11-2b15-40a7-a0ae-8a2128940231" providerId="ADAL" clId="{62621FD7-818A-475F-A9D6-65658757B1A1}" dt="2026-04-29T13:03:12.126" v="8024" actId="207"/>
        <pc:sldMkLst>
          <pc:docMk/>
          <pc:sldMk cId="4172381517" sldId="624"/>
        </pc:sldMkLst>
        <pc:spChg chg="mod">
          <ac:chgData name="Michael McCarthy" userId="6c3d0d11-2b15-40a7-a0ae-8a2128940231" providerId="ADAL" clId="{62621FD7-818A-475F-A9D6-65658757B1A1}" dt="2026-04-24T21:31:25.293" v="3358" actId="20577"/>
          <ac:spMkLst>
            <pc:docMk/>
            <pc:sldMk cId="4172381517" sldId="624"/>
            <ac:spMk id="2" creationId="{BC89AFF4-6A16-CF66-42A2-1E21BBC08C8A}"/>
          </ac:spMkLst>
        </pc:spChg>
        <pc:spChg chg="mod">
          <ac:chgData name="Michael McCarthy" userId="6c3d0d11-2b15-40a7-a0ae-8a2128940231" providerId="ADAL" clId="{62621FD7-818A-475F-A9D6-65658757B1A1}" dt="2026-04-28T14:39:11.069" v="5797" actId="20577"/>
          <ac:spMkLst>
            <pc:docMk/>
            <pc:sldMk cId="4172381517" sldId="624"/>
            <ac:spMk id="3" creationId="{5D3B6261-D6F9-27BE-FBC1-E3736589DACE}"/>
          </ac:spMkLst>
        </pc:spChg>
        <pc:spChg chg="add del mod">
          <ac:chgData name="Michael McCarthy" userId="6c3d0d11-2b15-40a7-a0ae-8a2128940231" providerId="ADAL" clId="{62621FD7-818A-475F-A9D6-65658757B1A1}" dt="2026-04-28T14:38:31.309" v="5780" actId="478"/>
          <ac:spMkLst>
            <pc:docMk/>
            <pc:sldMk cId="4172381517" sldId="624"/>
            <ac:spMk id="4" creationId="{CD09EDBF-FBB3-F107-F1E6-0D4DAC982495}"/>
          </ac:spMkLst>
        </pc:spChg>
        <pc:spChg chg="add mod">
          <ac:chgData name="Michael McCarthy" userId="6c3d0d11-2b15-40a7-a0ae-8a2128940231" providerId="ADAL" clId="{62621FD7-818A-475F-A9D6-65658757B1A1}" dt="2026-04-29T13:03:12.126" v="8024" actId="207"/>
          <ac:spMkLst>
            <pc:docMk/>
            <pc:sldMk cId="4172381517" sldId="624"/>
            <ac:spMk id="5" creationId="{F48925E7-9546-6B72-D36F-59E435C8B9DA}"/>
          </ac:spMkLst>
        </pc:spChg>
        <pc:picChg chg="add mod">
          <ac:chgData name="Michael McCarthy" userId="6c3d0d11-2b15-40a7-a0ae-8a2128940231" providerId="ADAL" clId="{62621FD7-818A-475F-A9D6-65658757B1A1}" dt="2026-04-28T14:37:54.310" v="5768" actId="1076"/>
          <ac:picMkLst>
            <pc:docMk/>
            <pc:sldMk cId="4172381517" sldId="624"/>
            <ac:picMk id="1026" creationId="{0A3C663E-114F-5EC5-E134-BB91D53A9E4B}"/>
          </ac:picMkLst>
        </pc:picChg>
      </pc:sldChg>
      <pc:sldChg chg="addSp modSp new mod">
        <pc:chgData name="Michael McCarthy" userId="6c3d0d11-2b15-40a7-a0ae-8a2128940231" providerId="ADAL" clId="{62621FD7-818A-475F-A9D6-65658757B1A1}" dt="2026-04-29T13:05:52.937" v="8025" actId="403"/>
        <pc:sldMkLst>
          <pc:docMk/>
          <pc:sldMk cId="4117415853" sldId="625"/>
        </pc:sldMkLst>
        <pc:spChg chg="mod">
          <ac:chgData name="Michael McCarthy" userId="6c3d0d11-2b15-40a7-a0ae-8a2128940231" providerId="ADAL" clId="{62621FD7-818A-475F-A9D6-65658757B1A1}" dt="2026-04-24T21:26:19.886" v="3176" actId="20577"/>
          <ac:spMkLst>
            <pc:docMk/>
            <pc:sldMk cId="4117415853" sldId="625"/>
            <ac:spMk id="2" creationId="{9C3831B9-6068-D349-E7F2-AE89DF48A7B0}"/>
          </ac:spMkLst>
        </pc:spChg>
        <pc:spChg chg="mod">
          <ac:chgData name="Michael McCarthy" userId="6c3d0d11-2b15-40a7-a0ae-8a2128940231" providerId="ADAL" clId="{62621FD7-818A-475F-A9D6-65658757B1A1}" dt="2026-04-29T13:05:52.937" v="8025" actId="403"/>
          <ac:spMkLst>
            <pc:docMk/>
            <pc:sldMk cId="4117415853" sldId="625"/>
            <ac:spMk id="3" creationId="{C4A36151-D126-C254-24C3-32B19C4C7561}"/>
          </ac:spMkLst>
        </pc:spChg>
        <pc:picChg chg="add mod">
          <ac:chgData name="Michael McCarthy" userId="6c3d0d11-2b15-40a7-a0ae-8a2128940231" providerId="ADAL" clId="{62621FD7-818A-475F-A9D6-65658757B1A1}" dt="2026-04-28T14:40:13.499" v="5800" actId="1076"/>
          <ac:picMkLst>
            <pc:docMk/>
            <pc:sldMk cId="4117415853" sldId="625"/>
            <ac:picMk id="5" creationId="{F0EF492E-8764-A4C4-3973-D7EB4704F19B}"/>
          </ac:picMkLst>
        </pc:picChg>
      </pc:sldChg>
      <pc:sldChg chg="addSp delSp modSp new mod">
        <pc:chgData name="Michael McCarthy" userId="6c3d0d11-2b15-40a7-a0ae-8a2128940231" providerId="ADAL" clId="{62621FD7-818A-475F-A9D6-65658757B1A1}" dt="2026-04-29T15:51:57.795" v="9006" actId="403"/>
        <pc:sldMkLst>
          <pc:docMk/>
          <pc:sldMk cId="1246354856" sldId="626"/>
        </pc:sldMkLst>
        <pc:spChg chg="mod">
          <ac:chgData name="Michael McCarthy" userId="6c3d0d11-2b15-40a7-a0ae-8a2128940231" providerId="ADAL" clId="{62621FD7-818A-475F-A9D6-65658757B1A1}" dt="2026-04-24T21:37:05.524" v="3507" actId="20577"/>
          <ac:spMkLst>
            <pc:docMk/>
            <pc:sldMk cId="1246354856" sldId="626"/>
            <ac:spMk id="2" creationId="{165D06E9-5619-7A4D-2481-BA6F9E6A8939}"/>
          </ac:spMkLst>
        </pc:spChg>
        <pc:spChg chg="mod">
          <ac:chgData name="Michael McCarthy" userId="6c3d0d11-2b15-40a7-a0ae-8a2128940231" providerId="ADAL" clId="{62621FD7-818A-475F-A9D6-65658757B1A1}" dt="2026-04-29T15:51:57.795" v="9006" actId="403"/>
          <ac:spMkLst>
            <pc:docMk/>
            <pc:sldMk cId="1246354856" sldId="626"/>
            <ac:spMk id="3" creationId="{63EDE34F-6067-FAD6-FFEB-AD3135B6F270}"/>
          </ac:spMkLst>
        </pc:spChg>
      </pc:sldChg>
      <pc:sldChg chg="addSp delSp modSp new mod">
        <pc:chgData name="Michael McCarthy" userId="6c3d0d11-2b15-40a7-a0ae-8a2128940231" providerId="ADAL" clId="{62621FD7-818A-475F-A9D6-65658757B1A1}" dt="2026-04-28T14:28:32.743" v="5425" actId="1076"/>
        <pc:sldMkLst>
          <pc:docMk/>
          <pc:sldMk cId="2653501463" sldId="627"/>
        </pc:sldMkLst>
        <pc:spChg chg="mod">
          <ac:chgData name="Michael McCarthy" userId="6c3d0d11-2b15-40a7-a0ae-8a2128940231" providerId="ADAL" clId="{62621FD7-818A-475F-A9D6-65658757B1A1}" dt="2026-04-28T14:26:53.417" v="5404" actId="20577"/>
          <ac:spMkLst>
            <pc:docMk/>
            <pc:sldMk cId="2653501463" sldId="627"/>
            <ac:spMk id="2" creationId="{1EE07C23-94B4-0493-1011-774376379CE8}"/>
          </ac:spMkLst>
        </pc:spChg>
        <pc:spChg chg="del mod">
          <ac:chgData name="Michael McCarthy" userId="6c3d0d11-2b15-40a7-a0ae-8a2128940231" providerId="ADAL" clId="{62621FD7-818A-475F-A9D6-65658757B1A1}" dt="2026-04-28T14:26:50.695" v="5393" actId="478"/>
          <ac:spMkLst>
            <pc:docMk/>
            <pc:sldMk cId="2653501463" sldId="627"/>
            <ac:spMk id="3" creationId="{9E648ED3-46D6-F393-E0E3-18DC66E5CD8A}"/>
          </ac:spMkLst>
        </pc:spChg>
        <pc:spChg chg="add del mod">
          <ac:chgData name="Michael McCarthy" userId="6c3d0d11-2b15-40a7-a0ae-8a2128940231" providerId="ADAL" clId="{62621FD7-818A-475F-A9D6-65658757B1A1}" dt="2026-04-28T14:26:57.532" v="5405" actId="478"/>
          <ac:spMkLst>
            <pc:docMk/>
            <pc:sldMk cId="2653501463" sldId="627"/>
            <ac:spMk id="6" creationId="{777EDBE8-700B-D3FB-F570-FF5FCE96DB7D}"/>
          </ac:spMkLst>
        </pc:spChg>
        <pc:spChg chg="add mod">
          <ac:chgData name="Michael McCarthy" userId="6c3d0d11-2b15-40a7-a0ae-8a2128940231" providerId="ADAL" clId="{62621FD7-818A-475F-A9D6-65658757B1A1}" dt="2026-04-28T14:28:32.743" v="5425" actId="1076"/>
          <ac:spMkLst>
            <pc:docMk/>
            <pc:sldMk cId="2653501463" sldId="627"/>
            <ac:spMk id="7" creationId="{ED27A5FF-00AE-F183-530E-C6328F53A2B4}"/>
          </ac:spMkLst>
        </pc:spChg>
        <pc:graphicFrameChg chg="add mod modGraphic">
          <ac:chgData name="Michael McCarthy" userId="6c3d0d11-2b15-40a7-a0ae-8a2128940231" providerId="ADAL" clId="{62621FD7-818A-475F-A9D6-65658757B1A1}" dt="2026-04-28T14:27:35.703" v="5417" actId="1076"/>
          <ac:graphicFrameMkLst>
            <pc:docMk/>
            <pc:sldMk cId="2653501463" sldId="627"/>
            <ac:graphicFrameMk id="4" creationId="{C525676E-0CA7-F300-7D10-A63179C1BA27}"/>
          </ac:graphicFrameMkLst>
        </pc:graphicFrameChg>
      </pc:sldChg>
      <pc:sldChg chg="addSp delSp modSp new mod modCm">
        <pc:chgData name="Michael McCarthy" userId="6c3d0d11-2b15-40a7-a0ae-8a2128940231" providerId="ADAL" clId="{62621FD7-818A-475F-A9D6-65658757B1A1}" dt="2026-04-29T18:54:49.040" v="9416" actId="20577"/>
        <pc:sldMkLst>
          <pc:docMk/>
          <pc:sldMk cId="2848174890" sldId="628"/>
        </pc:sldMkLst>
        <pc:spChg chg="mod">
          <ac:chgData name="Michael McCarthy" userId="6c3d0d11-2b15-40a7-a0ae-8a2128940231" providerId="ADAL" clId="{62621FD7-818A-475F-A9D6-65658757B1A1}" dt="2026-04-28T14:29:48.298" v="5449" actId="20577"/>
          <ac:spMkLst>
            <pc:docMk/>
            <pc:sldMk cId="2848174890" sldId="628"/>
            <ac:spMk id="2" creationId="{08183844-C99A-C776-410E-CA21070E8193}"/>
          </ac:spMkLst>
        </pc:spChg>
        <pc:spChg chg="mod">
          <ac:chgData name="Michael McCarthy" userId="6c3d0d11-2b15-40a7-a0ae-8a2128940231" providerId="ADAL" clId="{62621FD7-818A-475F-A9D6-65658757B1A1}" dt="2026-04-28T16:35:50.930" v="8003" actId="113"/>
          <ac:spMkLst>
            <pc:docMk/>
            <pc:sldMk cId="2848174890" sldId="628"/>
            <ac:spMk id="3" creationId="{2FF57292-C0B1-7561-A797-9AB035CD4640}"/>
          </ac:spMkLst>
        </pc:spChg>
        <pc:graphicFrameChg chg="add del mod modGraphic">
          <ac:chgData name="Michael McCarthy" userId="6c3d0d11-2b15-40a7-a0ae-8a2128940231" providerId="ADAL" clId="{62621FD7-818A-475F-A9D6-65658757B1A1}" dt="2026-04-29T18:54:49.040" v="9416" actId="20577"/>
          <ac:graphicFrameMkLst>
            <pc:docMk/>
            <pc:sldMk cId="2848174890" sldId="628"/>
            <ac:graphicFrameMk id="4" creationId="{DAD84C6B-1E04-9303-BE02-BBD4AD9D8727}"/>
          </ac:graphicFrameMkLst>
        </pc:graphicFrameChg>
        <pc:graphicFrameChg chg="add mod modGraphic">
          <ac:chgData name="Michael McCarthy" userId="6c3d0d11-2b15-40a7-a0ae-8a2128940231" providerId="ADAL" clId="{62621FD7-818A-475F-A9D6-65658757B1A1}" dt="2026-04-28T16:24:20.742" v="7935" actId="14734"/>
          <ac:graphicFrameMkLst>
            <pc:docMk/>
            <pc:sldMk cId="2848174890" sldId="628"/>
            <ac:graphicFrameMk id="6" creationId="{E35F426C-4020-8F6E-2DDE-1933ECBE2B6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ichael McCarthy" userId="6c3d0d11-2b15-40a7-a0ae-8a2128940231" providerId="ADAL" clId="{62621FD7-818A-475F-A9D6-65658757B1A1}" dt="2026-04-29T18:54:37.473" v="9415" actId="20577"/>
              <pc2:cmMkLst xmlns:pc2="http://schemas.microsoft.com/office/powerpoint/2019/9/main/command">
                <pc:docMk/>
                <pc:sldMk cId="2848174890" sldId="628"/>
                <pc2:cmMk id="{273385B1-A0E1-4A18-952F-6AC2BC4FD278}"/>
              </pc2:cmMkLst>
            </pc226:cmChg>
          </p:ext>
        </pc:extLst>
      </pc:sldChg>
      <pc:sldChg chg="modSp new mod modNotesTx">
        <pc:chgData name="Michael McCarthy" userId="6c3d0d11-2b15-40a7-a0ae-8a2128940231" providerId="ADAL" clId="{62621FD7-818A-475F-A9D6-65658757B1A1}" dt="2026-04-29T17:31:19.303" v="9228" actId="20577"/>
        <pc:sldMkLst>
          <pc:docMk/>
          <pc:sldMk cId="694033374" sldId="629"/>
        </pc:sldMkLst>
        <pc:spChg chg="mod">
          <ac:chgData name="Michael McCarthy" userId="6c3d0d11-2b15-40a7-a0ae-8a2128940231" providerId="ADAL" clId="{62621FD7-818A-475F-A9D6-65658757B1A1}" dt="2026-04-28T14:46:31.595" v="6138" actId="6549"/>
          <ac:spMkLst>
            <pc:docMk/>
            <pc:sldMk cId="694033374" sldId="629"/>
            <ac:spMk id="2" creationId="{F615C3C7-A9AD-D955-0188-CF4605824588}"/>
          </ac:spMkLst>
        </pc:spChg>
        <pc:spChg chg="mod">
          <ac:chgData name="Michael McCarthy" userId="6c3d0d11-2b15-40a7-a0ae-8a2128940231" providerId="ADAL" clId="{62621FD7-818A-475F-A9D6-65658757B1A1}" dt="2026-04-29T16:16:34.092" v="9174" actId="255"/>
          <ac:spMkLst>
            <pc:docMk/>
            <pc:sldMk cId="694033374" sldId="629"/>
            <ac:spMk id="3" creationId="{66177BE1-6986-5798-B1DA-CFCCAEB26139}"/>
          </ac:spMkLst>
        </pc:spChg>
      </pc:sldChg>
      <pc:sldChg chg="modSp add mod">
        <pc:chgData name="Michael McCarthy" userId="6c3d0d11-2b15-40a7-a0ae-8a2128940231" providerId="ADAL" clId="{62621FD7-818A-475F-A9D6-65658757B1A1}" dt="2026-04-28T14:49:19.090" v="6398" actId="20577"/>
        <pc:sldMkLst>
          <pc:docMk/>
          <pc:sldMk cId="4007493245" sldId="630"/>
        </pc:sldMkLst>
        <pc:spChg chg="mod">
          <ac:chgData name="Michael McCarthy" userId="6c3d0d11-2b15-40a7-a0ae-8a2128940231" providerId="ADAL" clId="{62621FD7-818A-475F-A9D6-65658757B1A1}" dt="2026-04-28T14:49:19.090" v="6398" actId="20577"/>
          <ac:spMkLst>
            <pc:docMk/>
            <pc:sldMk cId="4007493245" sldId="630"/>
            <ac:spMk id="3" creationId="{A27BD3BF-E4E9-AB2E-7AE7-A09F56A9E405}"/>
          </ac:spMkLst>
        </pc:spChg>
      </pc:sldChg>
      <pc:sldChg chg="add">
        <pc:chgData name="Michael McCarthy" userId="6c3d0d11-2b15-40a7-a0ae-8a2128940231" providerId="ADAL" clId="{62621FD7-818A-475F-A9D6-65658757B1A1}" dt="2026-04-28T14:58:22.166" v="6477" actId="2890"/>
        <pc:sldMkLst>
          <pc:docMk/>
          <pc:sldMk cId="2315472966" sldId="631"/>
        </pc:sldMkLst>
      </pc:sldChg>
      <pc:sldChg chg="modSp new del mod">
        <pc:chgData name="Michael McCarthy" userId="6c3d0d11-2b15-40a7-a0ae-8a2128940231" providerId="ADAL" clId="{62621FD7-818A-475F-A9D6-65658757B1A1}" dt="2026-04-28T15:17:38.155" v="6716" actId="47"/>
        <pc:sldMkLst>
          <pc:docMk/>
          <pc:sldMk cId="1357929084" sldId="632"/>
        </pc:sldMkLst>
        <pc:spChg chg="mod">
          <ac:chgData name="Michael McCarthy" userId="6c3d0d11-2b15-40a7-a0ae-8a2128940231" providerId="ADAL" clId="{62621FD7-818A-475F-A9D6-65658757B1A1}" dt="2026-04-28T15:17:11.610" v="6713" actId="21"/>
          <ac:spMkLst>
            <pc:docMk/>
            <pc:sldMk cId="1357929084" sldId="632"/>
            <ac:spMk id="2" creationId="{27A9777A-DB42-9144-FAE0-E618E466842A}"/>
          </ac:spMkLst>
        </pc:spChg>
      </pc:sldChg>
      <pc:sldChg chg="addSp modSp add mod">
        <pc:chgData name="Michael McCarthy" userId="6c3d0d11-2b15-40a7-a0ae-8a2128940231" providerId="ADAL" clId="{62621FD7-818A-475F-A9D6-65658757B1A1}" dt="2026-04-28T16:10:32.599" v="7669" actId="14100"/>
        <pc:sldMkLst>
          <pc:docMk/>
          <pc:sldMk cId="3847076758" sldId="633"/>
        </pc:sldMkLst>
        <pc:spChg chg="mod">
          <ac:chgData name="Michael McCarthy" userId="6c3d0d11-2b15-40a7-a0ae-8a2128940231" providerId="ADAL" clId="{62621FD7-818A-475F-A9D6-65658757B1A1}" dt="2026-04-28T15:52:10.567" v="7114" actId="20577"/>
          <ac:spMkLst>
            <pc:docMk/>
            <pc:sldMk cId="3847076758" sldId="633"/>
            <ac:spMk id="2" creationId="{654ACB7D-79BD-B0E1-E774-D85B33F77BBD}"/>
          </ac:spMkLst>
        </pc:spChg>
        <pc:spChg chg="mod">
          <ac:chgData name="Michael McCarthy" userId="6c3d0d11-2b15-40a7-a0ae-8a2128940231" providerId="ADAL" clId="{62621FD7-818A-475F-A9D6-65658757B1A1}" dt="2026-04-28T16:10:25.650" v="7668" actId="14100"/>
          <ac:spMkLst>
            <pc:docMk/>
            <pc:sldMk cId="3847076758" sldId="633"/>
            <ac:spMk id="3" creationId="{9C0C6A6F-8D4A-2A9F-7DD6-DFA5D7BAC29D}"/>
          </ac:spMkLst>
        </pc:spChg>
        <pc:graphicFrameChg chg="add mod modGraphic">
          <ac:chgData name="Michael McCarthy" userId="6c3d0d11-2b15-40a7-a0ae-8a2128940231" providerId="ADAL" clId="{62621FD7-818A-475F-A9D6-65658757B1A1}" dt="2026-04-28T16:10:32.599" v="7669" actId="14100"/>
          <ac:graphicFrameMkLst>
            <pc:docMk/>
            <pc:sldMk cId="3847076758" sldId="633"/>
            <ac:graphicFrameMk id="4" creationId="{2335FEA6-3AAD-CFC2-B28C-9B993D183239}"/>
          </ac:graphicFrameMkLst>
        </pc:graphicFrameChg>
      </pc:sldChg>
      <pc:sldChg chg="delSp modSp add mod">
        <pc:chgData name="Michael McCarthy" userId="6c3d0d11-2b15-40a7-a0ae-8a2128940231" providerId="ADAL" clId="{62621FD7-818A-475F-A9D6-65658757B1A1}" dt="2026-04-28T16:25:34.879" v="7949" actId="20577"/>
        <pc:sldMkLst>
          <pc:docMk/>
          <pc:sldMk cId="732699513" sldId="634"/>
        </pc:sldMkLst>
        <pc:spChg chg="mod">
          <ac:chgData name="Michael McCarthy" userId="6c3d0d11-2b15-40a7-a0ae-8a2128940231" providerId="ADAL" clId="{62621FD7-818A-475F-A9D6-65658757B1A1}" dt="2026-04-28T16:25:34.879" v="7949" actId="20577"/>
          <ac:spMkLst>
            <pc:docMk/>
            <pc:sldMk cId="732699513" sldId="634"/>
            <ac:spMk id="2" creationId="{EF61781F-FD90-E025-A9F7-1FBC7C746D92}"/>
          </ac:spMkLst>
        </pc:spChg>
        <pc:spChg chg="del">
          <ac:chgData name="Michael McCarthy" userId="6c3d0d11-2b15-40a7-a0ae-8a2128940231" providerId="ADAL" clId="{62621FD7-818A-475F-A9D6-65658757B1A1}" dt="2026-04-28T15:14:20.743" v="6683" actId="478"/>
          <ac:spMkLst>
            <pc:docMk/>
            <pc:sldMk cId="732699513" sldId="634"/>
            <ac:spMk id="3" creationId="{63B0654D-8D48-2738-7578-226A83EEDA3C}"/>
          </ac:spMkLst>
        </pc:spChg>
        <pc:graphicFrameChg chg="mod modGraphic">
          <ac:chgData name="Michael McCarthy" userId="6c3d0d11-2b15-40a7-a0ae-8a2128940231" providerId="ADAL" clId="{62621FD7-818A-475F-A9D6-65658757B1A1}" dt="2026-04-28T16:25:21.719" v="7937" actId="1076"/>
          <ac:graphicFrameMkLst>
            <pc:docMk/>
            <pc:sldMk cId="732699513" sldId="634"/>
            <ac:graphicFrameMk id="6" creationId="{96243119-855E-8E59-4077-634F2D26D524}"/>
          </ac:graphicFrameMkLst>
        </pc:graphicFrameChg>
        <pc:picChg chg="mod">
          <ac:chgData name="Michael McCarthy" userId="6c3d0d11-2b15-40a7-a0ae-8a2128940231" providerId="ADAL" clId="{62621FD7-818A-475F-A9D6-65658757B1A1}" dt="2026-04-28T15:14:26.171" v="6703" actId="1036"/>
          <ac:picMkLst>
            <pc:docMk/>
            <pc:sldMk cId="732699513" sldId="634"/>
            <ac:picMk id="7" creationId="{D8601E26-F96D-5031-DB5D-BB68571AE601}"/>
          </ac:picMkLst>
        </pc:picChg>
      </pc:sldChg>
      <pc:sldChg chg="addSp delSp modSp add mod">
        <pc:chgData name="Michael McCarthy" userId="6c3d0d11-2b15-40a7-a0ae-8a2128940231" providerId="ADAL" clId="{62621FD7-818A-475F-A9D6-65658757B1A1}" dt="2026-04-28T15:51:18.623" v="7102" actId="1076"/>
        <pc:sldMkLst>
          <pc:docMk/>
          <pc:sldMk cId="2269205538" sldId="635"/>
        </pc:sldMkLst>
        <pc:spChg chg="mod">
          <ac:chgData name="Michael McCarthy" userId="6c3d0d11-2b15-40a7-a0ae-8a2128940231" providerId="ADAL" clId="{62621FD7-818A-475F-A9D6-65658757B1A1}" dt="2026-04-28T15:51:18.623" v="7102" actId="1076"/>
          <ac:spMkLst>
            <pc:docMk/>
            <pc:sldMk cId="2269205538" sldId="635"/>
            <ac:spMk id="3" creationId="{B5C4BE79-22DC-A7D5-0184-6A32A4098468}"/>
          </ac:spMkLst>
        </pc:spChg>
        <pc:spChg chg="del">
          <ac:chgData name="Michael McCarthy" userId="6c3d0d11-2b15-40a7-a0ae-8a2128940231" providerId="ADAL" clId="{62621FD7-818A-475F-A9D6-65658757B1A1}" dt="2026-04-28T15:19:00.573" v="6808" actId="478"/>
          <ac:spMkLst>
            <pc:docMk/>
            <pc:sldMk cId="2269205538" sldId="635"/>
            <ac:spMk id="4" creationId="{91A7973C-8DEC-9935-E55E-D3A41EDDFA8C}"/>
          </ac:spMkLst>
        </pc:spChg>
        <pc:spChg chg="del">
          <ac:chgData name="Michael McCarthy" userId="6c3d0d11-2b15-40a7-a0ae-8a2128940231" providerId="ADAL" clId="{62621FD7-818A-475F-A9D6-65658757B1A1}" dt="2026-04-28T15:19:00.573" v="6808" actId="478"/>
          <ac:spMkLst>
            <pc:docMk/>
            <pc:sldMk cId="2269205538" sldId="635"/>
            <ac:spMk id="8" creationId="{4586B60B-E1A6-9A43-A769-0A9DB7F47AC8}"/>
          </ac:spMkLst>
        </pc:spChg>
        <pc:graphicFrameChg chg="add mod modGraphic">
          <ac:chgData name="Michael McCarthy" userId="6c3d0d11-2b15-40a7-a0ae-8a2128940231" providerId="ADAL" clId="{62621FD7-818A-475F-A9D6-65658757B1A1}" dt="2026-04-28T15:41:34.038" v="7094" actId="1035"/>
          <ac:graphicFrameMkLst>
            <pc:docMk/>
            <pc:sldMk cId="2269205538" sldId="635"/>
            <ac:graphicFrameMk id="9" creationId="{85739F01-BB3B-80F0-939B-AA89909D3177}"/>
          </ac:graphicFrameMkLst>
        </pc:graphicFrameChg>
        <pc:graphicFrameChg chg="add mod modGraphic">
          <ac:chgData name="Michael McCarthy" userId="6c3d0d11-2b15-40a7-a0ae-8a2128940231" providerId="ADAL" clId="{62621FD7-818A-475F-A9D6-65658757B1A1}" dt="2026-04-28T15:41:04.669" v="7091" actId="20577"/>
          <ac:graphicFrameMkLst>
            <pc:docMk/>
            <pc:sldMk cId="2269205538" sldId="635"/>
            <ac:graphicFrameMk id="10" creationId="{9B80030B-AACA-89EF-F351-099312D90837}"/>
          </ac:graphicFrameMkLst>
        </pc:graphicFrameChg>
        <pc:picChg chg="del">
          <ac:chgData name="Michael McCarthy" userId="6c3d0d11-2b15-40a7-a0ae-8a2128940231" providerId="ADAL" clId="{62621FD7-818A-475F-A9D6-65658757B1A1}" dt="2026-04-28T15:18:57.406" v="6807" actId="478"/>
          <ac:picMkLst>
            <pc:docMk/>
            <pc:sldMk cId="2269205538" sldId="635"/>
            <ac:picMk id="5" creationId="{45E1CA58-4953-548E-06A9-8D1D26B4F2D9}"/>
          </ac:picMkLst>
        </pc:picChg>
        <pc:picChg chg="del">
          <ac:chgData name="Michael McCarthy" userId="6c3d0d11-2b15-40a7-a0ae-8a2128940231" providerId="ADAL" clId="{62621FD7-818A-475F-A9D6-65658757B1A1}" dt="2026-04-28T15:18:55.229" v="6805" actId="478"/>
          <ac:picMkLst>
            <pc:docMk/>
            <pc:sldMk cId="2269205538" sldId="635"/>
            <ac:picMk id="6" creationId="{82DA61E4-20E1-DD86-9D9D-1C938EE47CF4}"/>
          </ac:picMkLst>
        </pc:picChg>
        <pc:picChg chg="del">
          <ac:chgData name="Michael McCarthy" userId="6c3d0d11-2b15-40a7-a0ae-8a2128940231" providerId="ADAL" clId="{62621FD7-818A-475F-A9D6-65658757B1A1}" dt="2026-04-28T15:18:56.238" v="6806" actId="478"/>
          <ac:picMkLst>
            <pc:docMk/>
            <pc:sldMk cId="2269205538" sldId="635"/>
            <ac:picMk id="7" creationId="{30496EB8-4E60-9D08-6E25-A3B9FF222896}"/>
          </ac:picMkLst>
        </pc:picChg>
      </pc:sldChg>
      <pc:sldChg chg="addSp delSp modSp new mod modNotesTx">
        <pc:chgData name="Michael McCarthy" userId="6c3d0d11-2b15-40a7-a0ae-8a2128940231" providerId="ADAL" clId="{62621FD7-818A-475F-A9D6-65658757B1A1}" dt="2026-04-29T13:07:16.479" v="8028" actId="14100"/>
        <pc:sldMkLst>
          <pc:docMk/>
          <pc:sldMk cId="542249531" sldId="636"/>
        </pc:sldMkLst>
        <pc:spChg chg="mod">
          <ac:chgData name="Michael McCarthy" userId="6c3d0d11-2b15-40a7-a0ae-8a2128940231" providerId="ADAL" clId="{62621FD7-818A-475F-A9D6-65658757B1A1}" dt="2026-04-28T16:12:05.515" v="7697" actId="20577"/>
          <ac:spMkLst>
            <pc:docMk/>
            <pc:sldMk cId="542249531" sldId="636"/>
            <ac:spMk id="2" creationId="{4D4CD80D-1A56-92F8-9627-39EC2CC20471}"/>
          </ac:spMkLst>
        </pc:spChg>
        <pc:spChg chg="add del mod">
          <ac:chgData name="Michael McCarthy" userId="6c3d0d11-2b15-40a7-a0ae-8a2128940231" providerId="ADAL" clId="{62621FD7-818A-475F-A9D6-65658757B1A1}" dt="2026-04-29T13:07:16.479" v="8028" actId="14100"/>
          <ac:spMkLst>
            <pc:docMk/>
            <pc:sldMk cId="542249531" sldId="636"/>
            <ac:spMk id="3" creationId="{81CC0A3A-F5AA-4170-1D15-4F4868BB5413}"/>
          </ac:spMkLst>
        </pc:spChg>
        <pc:spChg chg="add mod">
          <ac:chgData name="Michael McCarthy" userId="6c3d0d11-2b15-40a7-a0ae-8a2128940231" providerId="ADAL" clId="{62621FD7-818A-475F-A9D6-65658757B1A1}" dt="2026-04-28T16:14:30.294" v="7750"/>
          <ac:spMkLst>
            <pc:docMk/>
            <pc:sldMk cId="542249531" sldId="636"/>
            <ac:spMk id="6" creationId="{A15AC125-6A7A-747A-BB89-A059F5752826}"/>
          </ac:spMkLst>
        </pc:spChg>
        <pc:spChg chg="add mod">
          <ac:chgData name="Michael McCarthy" userId="6c3d0d11-2b15-40a7-a0ae-8a2128940231" providerId="ADAL" clId="{62621FD7-818A-475F-A9D6-65658757B1A1}" dt="2026-04-28T16:20:31.304" v="7893" actId="1076"/>
          <ac:spMkLst>
            <pc:docMk/>
            <pc:sldMk cId="542249531" sldId="636"/>
            <ac:spMk id="11" creationId="{5D4EE4E1-26B2-88FF-4232-CBC602347FA5}"/>
          </ac:spMkLst>
        </pc:spChg>
        <pc:graphicFrameChg chg="add mod">
          <ac:chgData name="Michael McCarthy" userId="6c3d0d11-2b15-40a7-a0ae-8a2128940231" providerId="ADAL" clId="{62621FD7-818A-475F-A9D6-65658757B1A1}" dt="2026-04-28T16:12:09.884" v="7699"/>
          <ac:graphicFrameMkLst>
            <pc:docMk/>
            <pc:sldMk cId="542249531" sldId="636"/>
            <ac:graphicFrameMk id="4" creationId="{554DD8BE-CA61-2FC0-A0DF-BD4A48948C2D}"/>
          </ac:graphicFrameMkLst>
        </pc:graphicFrameChg>
        <pc:graphicFrameChg chg="add mod modGraphic">
          <ac:chgData name="Michael McCarthy" userId="6c3d0d11-2b15-40a7-a0ae-8a2128940231" providerId="ADAL" clId="{62621FD7-818A-475F-A9D6-65658757B1A1}" dt="2026-04-28T16:16:09.522" v="7772" actId="14734"/>
          <ac:graphicFrameMkLst>
            <pc:docMk/>
            <pc:sldMk cId="542249531" sldId="636"/>
            <ac:graphicFrameMk id="5" creationId="{2BBE053B-23D1-1D73-C2B4-985AFEE5A04A}"/>
          </ac:graphicFrameMkLst>
        </pc:graphicFrameChg>
        <pc:picChg chg="add mod modCrop">
          <ac:chgData name="Michael McCarthy" userId="6c3d0d11-2b15-40a7-a0ae-8a2128940231" providerId="ADAL" clId="{62621FD7-818A-475F-A9D6-65658757B1A1}" dt="2026-04-28T16:15:25.697" v="7759" actId="1076"/>
          <ac:picMkLst>
            <pc:docMk/>
            <pc:sldMk cId="542249531" sldId="636"/>
            <ac:picMk id="8" creationId="{EAB6855C-A4A6-2E95-47BE-8D73743EF970}"/>
          </ac:picMkLst>
        </pc:picChg>
        <pc:picChg chg="add del mod">
          <ac:chgData name="Michael McCarthy" userId="6c3d0d11-2b15-40a7-a0ae-8a2128940231" providerId="ADAL" clId="{62621FD7-818A-475F-A9D6-65658757B1A1}" dt="2026-04-28T16:19:40.117" v="7879" actId="478"/>
          <ac:picMkLst>
            <pc:docMk/>
            <pc:sldMk cId="542249531" sldId="636"/>
            <ac:picMk id="10" creationId="{54591CCF-613D-BEC8-4783-0D11A1647D53}"/>
          </ac:picMkLst>
        </pc:picChg>
      </pc:sldChg>
      <pc:sldChg chg="add del">
        <pc:chgData name="Michael McCarthy" userId="6c3d0d11-2b15-40a7-a0ae-8a2128940231" providerId="ADAL" clId="{62621FD7-818A-475F-A9D6-65658757B1A1}" dt="2026-04-28T15:31:03.710" v="6869"/>
        <pc:sldMkLst>
          <pc:docMk/>
          <pc:sldMk cId="1950107913" sldId="636"/>
        </pc:sldMkLst>
      </pc:sldChg>
      <pc:sldChg chg="addSp delSp modSp new mod">
        <pc:chgData name="Michael McCarthy" userId="6c3d0d11-2b15-40a7-a0ae-8a2128940231" providerId="ADAL" clId="{62621FD7-818A-475F-A9D6-65658757B1A1}" dt="2026-04-29T15:38:57.118" v="8393" actId="15"/>
        <pc:sldMkLst>
          <pc:docMk/>
          <pc:sldMk cId="2992298330" sldId="637"/>
        </pc:sldMkLst>
        <pc:spChg chg="mod">
          <ac:chgData name="Michael McCarthy" userId="6c3d0d11-2b15-40a7-a0ae-8a2128940231" providerId="ADAL" clId="{62621FD7-818A-475F-A9D6-65658757B1A1}" dt="2026-04-29T15:22:28.813" v="8040" actId="20577"/>
          <ac:spMkLst>
            <pc:docMk/>
            <pc:sldMk cId="2992298330" sldId="637"/>
            <ac:spMk id="2" creationId="{50692553-384E-1A23-38A8-AFB7AC8FCB90}"/>
          </ac:spMkLst>
        </pc:spChg>
        <pc:spChg chg="mod">
          <ac:chgData name="Michael McCarthy" userId="6c3d0d11-2b15-40a7-a0ae-8a2128940231" providerId="ADAL" clId="{62621FD7-818A-475F-A9D6-65658757B1A1}" dt="2026-04-29T15:38:57.118" v="8393" actId="15"/>
          <ac:spMkLst>
            <pc:docMk/>
            <pc:sldMk cId="2992298330" sldId="637"/>
            <ac:spMk id="3" creationId="{4A23A7DA-FD5C-D3C2-ACBC-DBF1D2A0C909}"/>
          </ac:spMkLst>
        </pc:spChg>
        <pc:picChg chg="add del mod">
          <ac:chgData name="Michael McCarthy" userId="6c3d0d11-2b15-40a7-a0ae-8a2128940231" providerId="ADAL" clId="{62621FD7-818A-475F-A9D6-65658757B1A1}" dt="2026-04-29T15:35:26.717" v="8075" actId="478"/>
          <ac:picMkLst>
            <pc:docMk/>
            <pc:sldMk cId="2992298330" sldId="637"/>
            <ac:picMk id="5" creationId="{BB0F452E-FDC8-5D4A-0128-C24BCFC983A0}"/>
          </ac:picMkLst>
        </pc:picChg>
        <pc:picChg chg="add mod">
          <ac:chgData name="Michael McCarthy" userId="6c3d0d11-2b15-40a7-a0ae-8a2128940231" providerId="ADAL" clId="{62621FD7-818A-475F-A9D6-65658757B1A1}" dt="2026-04-29T15:35:37.795" v="8079" actId="1076"/>
          <ac:picMkLst>
            <pc:docMk/>
            <pc:sldMk cId="2992298330" sldId="637"/>
            <ac:picMk id="7" creationId="{0C93560E-8ADE-A1C3-4E17-240B38EA4FFD}"/>
          </ac:picMkLst>
        </pc:picChg>
      </pc:sldChg>
      <pc:sldChg chg="addSp delSp modSp new mod">
        <pc:chgData name="Michael McCarthy" userId="6c3d0d11-2b15-40a7-a0ae-8a2128940231" providerId="ADAL" clId="{62621FD7-818A-475F-A9D6-65658757B1A1}" dt="2026-04-29T15:46:22.347" v="8794" actId="1076"/>
        <pc:sldMkLst>
          <pc:docMk/>
          <pc:sldMk cId="627307374" sldId="638"/>
        </pc:sldMkLst>
        <pc:spChg chg="mod">
          <ac:chgData name="Michael McCarthy" userId="6c3d0d11-2b15-40a7-a0ae-8a2128940231" providerId="ADAL" clId="{62621FD7-818A-475F-A9D6-65658757B1A1}" dt="2026-04-29T15:46:22.347" v="8794" actId="1076"/>
          <ac:spMkLst>
            <pc:docMk/>
            <pc:sldMk cId="627307374" sldId="638"/>
            <ac:spMk id="2" creationId="{EFC03D3C-FE2A-98DE-BDCC-2B5AC41D53CE}"/>
          </ac:spMkLst>
        </pc:spChg>
        <pc:spChg chg="mod">
          <ac:chgData name="Michael McCarthy" userId="6c3d0d11-2b15-40a7-a0ae-8a2128940231" providerId="ADAL" clId="{62621FD7-818A-475F-A9D6-65658757B1A1}" dt="2026-04-29T15:46:19.459" v="8793" actId="403"/>
          <ac:spMkLst>
            <pc:docMk/>
            <pc:sldMk cId="627307374" sldId="638"/>
            <ac:spMk id="3" creationId="{3D45E4B1-67DF-C463-8AC0-A0E8D272EEAF}"/>
          </ac:spMkLst>
        </pc:spChg>
        <pc:picChg chg="add mod">
          <ac:chgData name="Michael McCarthy" userId="6c3d0d11-2b15-40a7-a0ae-8a2128940231" providerId="ADAL" clId="{62621FD7-818A-475F-A9D6-65658757B1A1}" dt="2026-04-29T15:44:58.373" v="8625" actId="1076"/>
          <ac:picMkLst>
            <pc:docMk/>
            <pc:sldMk cId="627307374" sldId="638"/>
            <ac:picMk id="1026" creationId="{D891A2FD-CBE4-9007-86BB-857B4AA3D0BD}"/>
          </ac:picMkLst>
        </pc:picChg>
        <pc:picChg chg="add del mod">
          <ac:chgData name="Michael McCarthy" userId="6c3d0d11-2b15-40a7-a0ae-8a2128940231" providerId="ADAL" clId="{62621FD7-818A-475F-A9D6-65658757B1A1}" dt="2026-04-29T15:42:48.863" v="8476" actId="478"/>
          <ac:picMkLst>
            <pc:docMk/>
            <pc:sldMk cId="627307374" sldId="638"/>
            <ac:picMk id="1028" creationId="{03CFDACC-7A02-6338-ED2E-22B795371E14}"/>
          </ac:picMkLst>
        </pc:picChg>
      </pc:sldChg>
      <pc:sldChg chg="modSp new mod">
        <pc:chgData name="Michael McCarthy" userId="6c3d0d11-2b15-40a7-a0ae-8a2128940231" providerId="ADAL" clId="{62621FD7-818A-475F-A9D6-65658757B1A1}" dt="2026-04-29T15:51:27.351" v="9005" actId="113"/>
        <pc:sldMkLst>
          <pc:docMk/>
          <pc:sldMk cId="949578934" sldId="639"/>
        </pc:sldMkLst>
        <pc:spChg chg="mod">
          <ac:chgData name="Michael McCarthy" userId="6c3d0d11-2b15-40a7-a0ae-8a2128940231" providerId="ADAL" clId="{62621FD7-818A-475F-A9D6-65658757B1A1}" dt="2026-04-29T15:41:04.843" v="8406" actId="20577"/>
          <ac:spMkLst>
            <pc:docMk/>
            <pc:sldMk cId="949578934" sldId="639"/>
            <ac:spMk id="2" creationId="{A42DDEF6-7A23-D4C5-77FF-11F702F24879}"/>
          </ac:spMkLst>
        </pc:spChg>
        <pc:spChg chg="mod">
          <ac:chgData name="Michael McCarthy" userId="6c3d0d11-2b15-40a7-a0ae-8a2128940231" providerId="ADAL" clId="{62621FD7-818A-475F-A9D6-65658757B1A1}" dt="2026-04-29T15:51:27.351" v="9005" actId="113"/>
          <ac:spMkLst>
            <pc:docMk/>
            <pc:sldMk cId="949578934" sldId="639"/>
            <ac:spMk id="3" creationId="{05AC8D53-7AD2-8E67-62E8-4E7204206B68}"/>
          </ac:spMkLst>
        </pc:spChg>
      </pc:sldChg>
      <pc:sldChg chg="delSp modSp add mod">
        <pc:chgData name="Michael McCarthy" userId="6c3d0d11-2b15-40a7-a0ae-8a2128940231" providerId="ADAL" clId="{62621FD7-818A-475F-A9D6-65658757B1A1}" dt="2026-04-29T15:46:29.286" v="8796" actId="1036"/>
        <pc:sldMkLst>
          <pc:docMk/>
          <pc:sldMk cId="1359274708" sldId="640"/>
        </pc:sldMkLst>
        <pc:spChg chg="mod">
          <ac:chgData name="Michael McCarthy" userId="6c3d0d11-2b15-40a7-a0ae-8a2128940231" providerId="ADAL" clId="{62621FD7-818A-475F-A9D6-65658757B1A1}" dt="2026-04-29T15:44:30.073" v="8622" actId="20577"/>
          <ac:spMkLst>
            <pc:docMk/>
            <pc:sldMk cId="1359274708" sldId="640"/>
            <ac:spMk id="3" creationId="{16C29853-4767-C0DB-6A5A-E130D9CF4E93}"/>
          </ac:spMkLst>
        </pc:spChg>
        <pc:picChg chg="del">
          <ac:chgData name="Michael McCarthy" userId="6c3d0d11-2b15-40a7-a0ae-8a2128940231" providerId="ADAL" clId="{62621FD7-818A-475F-A9D6-65658757B1A1}" dt="2026-04-29T15:42:57.672" v="8479" actId="478"/>
          <ac:picMkLst>
            <pc:docMk/>
            <pc:sldMk cId="1359274708" sldId="640"/>
            <ac:picMk id="1026" creationId="{4477C668-1433-25F2-1284-CE391BE2B1A9}"/>
          </ac:picMkLst>
        </pc:picChg>
        <pc:picChg chg="mod">
          <ac:chgData name="Michael McCarthy" userId="6c3d0d11-2b15-40a7-a0ae-8a2128940231" providerId="ADAL" clId="{62621FD7-818A-475F-A9D6-65658757B1A1}" dt="2026-04-29T15:46:29.286" v="8796" actId="1036"/>
          <ac:picMkLst>
            <pc:docMk/>
            <pc:sldMk cId="1359274708" sldId="640"/>
            <ac:picMk id="1028" creationId="{021A98F9-DFC9-ED7C-7839-3E17A9C1FC00}"/>
          </ac:picMkLst>
        </pc:picChg>
      </pc:sldChg>
      <pc:sldMasterChg chg="delSldLayout">
        <pc:chgData name="Michael McCarthy" userId="6c3d0d11-2b15-40a7-a0ae-8a2128940231" providerId="ADAL" clId="{62621FD7-818A-475F-A9D6-65658757B1A1}" dt="2026-04-28T15:32:12.527" v="6903" actId="47"/>
        <pc:sldMasterMkLst>
          <pc:docMk/>
          <pc:sldMasterMk cId="1017913801" sldId="2147483694"/>
        </pc:sldMasterMkLst>
        <pc:sldLayoutChg chg="del">
          <pc:chgData name="Michael McCarthy" userId="6c3d0d11-2b15-40a7-a0ae-8a2128940231" providerId="ADAL" clId="{62621FD7-818A-475F-A9D6-65658757B1A1}" dt="2026-04-28T15:32:12.527" v="6903" actId="47"/>
          <pc:sldLayoutMkLst>
            <pc:docMk/>
            <pc:sldMasterMk cId="1017913801" sldId="2147483694"/>
            <pc:sldLayoutMk cId="4130783180" sldId="2147483742"/>
          </pc:sldLayoutMkLst>
        </pc:sldLayoutChg>
      </pc:sldMasterChg>
      <pc:sldMasterChg chg="delSldLayout">
        <pc:chgData name="Michael McCarthy" userId="6c3d0d11-2b15-40a7-a0ae-8a2128940231" providerId="ADAL" clId="{62621FD7-818A-475F-A9D6-65658757B1A1}" dt="2026-04-23T21:02:29.554" v="251" actId="47"/>
        <pc:sldMasterMkLst>
          <pc:docMk/>
          <pc:sldMasterMk cId="2545940517" sldId="2147483700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5BB3D4B-E7F6-4A42-853B-40C1A88C262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77C7C1A-D5B2-4BB7-A8A5-88681A8C6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649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2686A57-3D42-1746-A4F9-9BA3F9944E9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746EF74-4753-DA47-9B34-F93D23E4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0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Generated and Distributed as daily person trips</a:t>
            </a:r>
          </a:p>
          <a:p>
            <a:r>
              <a:rPr lang="en-US"/>
              <a:t>Converted to auto vehicle trips using auto mode share and occupancy</a:t>
            </a:r>
          </a:p>
          <a:p>
            <a:r>
              <a:rPr lang="en-US"/>
              <a:t>Then time of day and directional split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6EF74-4753-DA47-9B34-F93D23E42F5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92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 with all static user equilibrium assignment models, assigned demand may exceed link capacity, resulting in increasingly excessive delay on heavily traveled links. </a:t>
            </a:r>
          </a:p>
          <a:p>
            <a:r>
              <a:rPr lang="en-US"/>
              <a:t>The feedback mechanism allows for trip distribution to react to these delays potentially shifting trips to alternate destinations with shorter congested travel times.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6EF74-4753-DA47-9B34-F93D23E42F5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46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 Mode Share: 86% auto, 1% public transit, 2% walk/bike, 11% WFH (ACS 2022 5-year)</a:t>
            </a:r>
          </a:p>
          <a:p>
            <a:r>
              <a:rPr lang="en-US"/>
              <a:t>Trucks: on classified counts, about 6% of daily traffic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6EF74-4753-DA47-9B34-F93D23E42F5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07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pt Basic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FD03930-7C2A-9009-5994-33385CF405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600200"/>
            <a:ext cx="10515600" cy="4370387"/>
          </a:xfrm>
        </p:spPr>
        <p:txBody>
          <a:bodyPr>
            <a:normAutofit/>
          </a:bodyPr>
          <a:lstStyle>
            <a:lvl1pPr>
              <a:defRPr sz="1200">
                <a:solidFill>
                  <a:srgbClr val="48484A"/>
                </a:solidFill>
              </a:defRPr>
            </a:lvl1pPr>
            <a:lvl2pPr>
              <a:defRPr sz="1200">
                <a:solidFill>
                  <a:srgbClr val="48484A"/>
                </a:solidFill>
              </a:defRPr>
            </a:lvl2pPr>
            <a:lvl3pPr>
              <a:defRPr sz="1200">
                <a:solidFill>
                  <a:srgbClr val="48484A"/>
                </a:solidFill>
              </a:defRPr>
            </a:lvl3pPr>
            <a:lvl4pPr marL="548640" indent="0">
              <a:buFontTx/>
              <a:buNone/>
              <a:defRPr sz="1200" i="1">
                <a:solidFill>
                  <a:srgbClr val="48484A"/>
                </a:solidFill>
              </a:defRPr>
            </a:lvl4pPr>
            <a:lvl5pPr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 / Italics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022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pt Subtitled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AF6DE4A8-CBA7-2C23-C96E-E9B4E3CF4D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600200"/>
            <a:ext cx="10515600" cy="338554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15993-257B-ADDB-E1C4-70774D0B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071817"/>
            <a:ext cx="10792883" cy="4095304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1200">
                <a:solidFill>
                  <a:srgbClr val="48484A"/>
                </a:solidFill>
              </a:defRPr>
            </a:lvl1pPr>
            <a:lvl2pPr>
              <a:lnSpc>
                <a:spcPct val="110000"/>
              </a:lnSpc>
              <a:defRPr sz="1200">
                <a:solidFill>
                  <a:srgbClr val="48484A"/>
                </a:solidFill>
              </a:defRPr>
            </a:lvl2pPr>
            <a:lvl3pPr>
              <a:lnSpc>
                <a:spcPct val="110000"/>
              </a:lnSpc>
              <a:defRPr sz="1200">
                <a:solidFill>
                  <a:srgbClr val="48484A"/>
                </a:solidFill>
              </a:defRPr>
            </a:lvl3pPr>
            <a:lvl4pPr>
              <a:lnSpc>
                <a:spcPct val="110000"/>
              </a:lnSpc>
              <a:defRPr sz="1200">
                <a:solidFill>
                  <a:srgbClr val="48484A"/>
                </a:solidFill>
              </a:defRPr>
            </a:lvl4pPr>
            <a:lvl5pPr>
              <a:lnSpc>
                <a:spcPct val="110000"/>
              </a:lnSpc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5093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pt 2-Column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BB39B8C-F7A7-8AAA-C6C4-553A08CCC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600200"/>
            <a:ext cx="5010665" cy="338554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BCFBF2D-60AE-27A6-504C-FC7E0FB015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071816"/>
            <a:ext cx="5010665" cy="4370387"/>
          </a:xfrm>
        </p:spPr>
        <p:txBody>
          <a:bodyPr>
            <a:normAutofit/>
          </a:bodyPr>
          <a:lstStyle>
            <a:lvl1pPr>
              <a:defRPr sz="1200">
                <a:solidFill>
                  <a:srgbClr val="48484A"/>
                </a:solidFill>
              </a:defRPr>
            </a:lvl1pPr>
            <a:lvl2pPr>
              <a:defRPr sz="1200">
                <a:solidFill>
                  <a:srgbClr val="48484A"/>
                </a:solidFill>
              </a:defRPr>
            </a:lvl2pPr>
            <a:lvl3pPr>
              <a:defRPr sz="1200">
                <a:solidFill>
                  <a:srgbClr val="48484A"/>
                </a:solidFill>
              </a:defRPr>
            </a:lvl3pPr>
            <a:lvl4pPr>
              <a:defRPr sz="1200">
                <a:solidFill>
                  <a:srgbClr val="48484A"/>
                </a:solidFill>
              </a:defRPr>
            </a:lvl4pPr>
            <a:lvl5pPr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7BF2504-E35D-7378-6079-6946BF34B8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49314" y="1600200"/>
            <a:ext cx="5010665" cy="338554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E2B4A14-3BDA-F5BC-D838-81FCC54A99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49314" y="2071816"/>
            <a:ext cx="5010665" cy="4370387"/>
          </a:xfrm>
        </p:spPr>
        <p:txBody>
          <a:bodyPr>
            <a:normAutofit/>
          </a:bodyPr>
          <a:lstStyle>
            <a:lvl1pPr>
              <a:defRPr sz="1200">
                <a:solidFill>
                  <a:srgbClr val="48484A"/>
                </a:solidFill>
              </a:defRPr>
            </a:lvl1pPr>
            <a:lvl2pPr>
              <a:defRPr sz="1200">
                <a:solidFill>
                  <a:srgbClr val="48484A"/>
                </a:solidFill>
              </a:defRPr>
            </a:lvl2pPr>
            <a:lvl3pPr>
              <a:defRPr sz="1200">
                <a:solidFill>
                  <a:srgbClr val="48484A"/>
                </a:solidFill>
              </a:defRPr>
            </a:lvl3pPr>
            <a:lvl4pPr>
              <a:defRPr sz="1200">
                <a:solidFill>
                  <a:srgbClr val="48484A"/>
                </a:solidFill>
              </a:defRPr>
            </a:lvl4pPr>
            <a:lvl5pPr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7814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pt 3-Column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2D266CA9-5690-8043-4F89-8752250B52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1" y="1600200"/>
            <a:ext cx="3305432" cy="338554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B7F9302E-BEEA-A043-6F4C-7A575B6FB36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8201" y="2071816"/>
            <a:ext cx="3305432" cy="4370387"/>
          </a:xfrm>
        </p:spPr>
        <p:txBody>
          <a:bodyPr>
            <a:normAutofit/>
          </a:bodyPr>
          <a:lstStyle>
            <a:lvl1pPr>
              <a:defRPr sz="1200">
                <a:solidFill>
                  <a:srgbClr val="48484A"/>
                </a:solidFill>
              </a:defRPr>
            </a:lvl1pPr>
            <a:lvl2pPr>
              <a:defRPr sz="1200">
                <a:solidFill>
                  <a:srgbClr val="48484A"/>
                </a:solidFill>
              </a:defRPr>
            </a:lvl2pPr>
            <a:lvl3pPr>
              <a:defRPr sz="1200">
                <a:solidFill>
                  <a:srgbClr val="48484A"/>
                </a:solidFill>
              </a:defRPr>
            </a:lvl3pPr>
            <a:lvl4pPr>
              <a:defRPr sz="1200">
                <a:solidFill>
                  <a:srgbClr val="48484A"/>
                </a:solidFill>
              </a:defRPr>
            </a:lvl4pPr>
            <a:lvl5pPr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D9BCD840-4DCF-64C0-9819-ED77A4959B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44314" y="1600200"/>
            <a:ext cx="3305432" cy="338554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0D38169-CA48-C159-F11A-EE6F243C88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44314" y="2071816"/>
            <a:ext cx="3305432" cy="4370387"/>
          </a:xfrm>
        </p:spPr>
        <p:txBody>
          <a:bodyPr>
            <a:normAutofit/>
          </a:bodyPr>
          <a:lstStyle>
            <a:lvl1pPr>
              <a:defRPr sz="1200">
                <a:solidFill>
                  <a:srgbClr val="48484A"/>
                </a:solidFill>
              </a:defRPr>
            </a:lvl1pPr>
            <a:lvl2pPr>
              <a:defRPr sz="1200">
                <a:solidFill>
                  <a:srgbClr val="48484A"/>
                </a:solidFill>
              </a:defRPr>
            </a:lvl2pPr>
            <a:lvl3pPr>
              <a:defRPr sz="1200">
                <a:solidFill>
                  <a:srgbClr val="48484A"/>
                </a:solidFill>
              </a:defRPr>
            </a:lvl3pPr>
            <a:lvl4pPr>
              <a:defRPr sz="1200">
                <a:solidFill>
                  <a:srgbClr val="48484A"/>
                </a:solidFill>
              </a:defRPr>
            </a:lvl4pPr>
            <a:lvl5pPr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C15ECCDE-F430-41CA-75D0-3EDE0C9636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50428" y="1600200"/>
            <a:ext cx="3305432" cy="338554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917693F9-CC60-88A6-22DF-0A231A98EB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50428" y="2071816"/>
            <a:ext cx="3305432" cy="4370387"/>
          </a:xfrm>
        </p:spPr>
        <p:txBody>
          <a:bodyPr>
            <a:normAutofit/>
          </a:bodyPr>
          <a:lstStyle>
            <a:lvl1pPr>
              <a:defRPr sz="1200">
                <a:solidFill>
                  <a:srgbClr val="48484A"/>
                </a:solidFill>
              </a:defRPr>
            </a:lvl1pPr>
            <a:lvl2pPr>
              <a:defRPr sz="1200">
                <a:solidFill>
                  <a:srgbClr val="48484A"/>
                </a:solidFill>
              </a:defRPr>
            </a:lvl2pPr>
            <a:lvl3pPr>
              <a:defRPr sz="1200">
                <a:solidFill>
                  <a:srgbClr val="48484A"/>
                </a:solidFill>
              </a:defRPr>
            </a:lvl3pPr>
            <a:lvl4pPr>
              <a:defRPr sz="1200">
                <a:solidFill>
                  <a:srgbClr val="48484A"/>
                </a:solidFill>
              </a:defRPr>
            </a:lvl4pPr>
            <a:lvl5pPr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1430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pt Basic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FD03930-7C2A-9009-5994-33385CF405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600200"/>
            <a:ext cx="10515600" cy="4370387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1pPr>
            <a:lvl2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2pPr>
            <a:lvl3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3pPr>
            <a:lvl4pPr marL="548640" indent="0">
              <a:lnSpc>
                <a:spcPct val="110000"/>
              </a:lnSpc>
              <a:buFontTx/>
              <a:buNone/>
              <a:defRPr sz="1800" i="1">
                <a:solidFill>
                  <a:srgbClr val="48484A"/>
                </a:solidFill>
              </a:defRPr>
            </a:lvl4pPr>
            <a:lvl5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 / Italics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6751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pt Subtitled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AF6DE4A8-CBA7-2C23-C96E-E9B4E3CF4D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600200"/>
            <a:ext cx="10515600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15993-257B-ADDB-E1C4-70774D0B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071817"/>
            <a:ext cx="10792883" cy="4095304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1pPr>
            <a:lvl2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2pPr>
            <a:lvl3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3pPr>
            <a:lvl4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4pPr>
            <a:lvl5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1693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pt 2-Column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BB39B8C-F7A7-8AAA-C6C4-553A08CCC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600200"/>
            <a:ext cx="5010665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BCFBF2D-60AE-27A6-504C-FC7E0FB015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071816"/>
            <a:ext cx="5010665" cy="4370387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1pPr>
            <a:lvl2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2pPr>
            <a:lvl3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3pPr>
            <a:lvl4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4pPr>
            <a:lvl5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7BF2504-E35D-7378-6079-6946BF34B8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49314" y="1600200"/>
            <a:ext cx="5010665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E2B4A14-3BDA-F5BC-D838-81FCC54A99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49314" y="2071816"/>
            <a:ext cx="5010665" cy="4370387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1pPr>
            <a:lvl2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2pPr>
            <a:lvl3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3pPr>
            <a:lvl4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4pPr>
            <a:lvl5pPr>
              <a:lnSpc>
                <a:spcPct val="110000"/>
              </a:lnSpc>
              <a:defRPr sz="18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0798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. Divider Page">
    <p:bg>
      <p:bgPr>
        <a:solidFill>
          <a:srgbClr val="484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;p7">
            <a:extLst>
              <a:ext uri="{FF2B5EF4-FFF2-40B4-BE49-F238E27FC236}">
                <a16:creationId xmlns:a16="http://schemas.microsoft.com/office/drawing/2014/main" id="{89FDE02A-D6A0-3A29-BE99-0EE5682B1B53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48945" y="615043"/>
            <a:ext cx="10504855" cy="17953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add Presentation Subtitle</a:t>
            </a:r>
            <a:endParaRPr/>
          </a:p>
        </p:txBody>
      </p:sp>
      <p:sp>
        <p:nvSpPr>
          <p:cNvPr id="6" name="Google Shape;31;p7">
            <a:extLst>
              <a:ext uri="{FF2B5EF4-FFF2-40B4-BE49-F238E27FC236}">
                <a16:creationId xmlns:a16="http://schemas.microsoft.com/office/drawing/2014/main" id="{3DED59F3-510F-CAB1-23F4-10B567AEC2C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48945" y="2721481"/>
            <a:ext cx="6567132" cy="61555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bg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Add Divider Title</a:t>
            </a:r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254623-BA01-61E0-003D-49868B779335}"/>
              </a:ext>
            </a:extLst>
          </p:cNvPr>
          <p:cNvGrpSpPr/>
          <p:nvPr userDrawn="1"/>
        </p:nvGrpSpPr>
        <p:grpSpPr>
          <a:xfrm>
            <a:off x="6253224" y="1600200"/>
            <a:ext cx="6720306" cy="3838022"/>
            <a:chOff x="1362414" y="652144"/>
            <a:chExt cx="13267986" cy="7577456"/>
          </a:xfrm>
        </p:grpSpPr>
        <p:sp>
          <p:nvSpPr>
            <p:cNvPr id="11" name="Triangle 10">
              <a:extLst>
                <a:ext uri="{FF2B5EF4-FFF2-40B4-BE49-F238E27FC236}">
                  <a16:creationId xmlns:a16="http://schemas.microsoft.com/office/drawing/2014/main" id="{994AF9FC-349E-9E6D-BF8C-A1F8D11555DE}"/>
                </a:ext>
              </a:extLst>
            </p:cNvPr>
            <p:cNvSpPr/>
            <p:nvPr/>
          </p:nvSpPr>
          <p:spPr>
            <a:xfrm>
              <a:off x="6361577" y="3057984"/>
              <a:ext cx="8268823" cy="5171616"/>
            </a:xfrm>
            <a:prstGeom prst="triangle">
              <a:avLst/>
            </a:prstGeom>
            <a:gradFill>
              <a:gsLst>
                <a:gs pos="0">
                  <a:srgbClr val="77787B"/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9804A06A-4E42-B4D9-936A-D6B66B8F2FE5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/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B3013-D4C0-AE6A-0BCF-3C09BD5D0C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8945" y="3342443"/>
            <a:ext cx="5480735" cy="43088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EC8B1F"/>
                </a:solidFill>
              </a:defRPr>
            </a:lvl1pPr>
            <a:lvl2pPr marL="457200" indent="0">
              <a:buNone/>
              <a:defRPr sz="2400">
                <a:solidFill>
                  <a:schemeClr val="tx2"/>
                </a:solidFill>
              </a:defRPr>
            </a:lvl2pPr>
            <a:lvl3pPr marL="9144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3pPr>
            <a:lvl4pPr marL="13716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4pPr>
            <a:lvl5pPr marL="18288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Extra words in orange</a:t>
            </a:r>
          </a:p>
        </p:txBody>
      </p:sp>
    </p:spTree>
    <p:extLst>
      <p:ext uri="{BB962C8B-B14F-4D97-AF65-F5344CB8AC3E}">
        <p14:creationId xmlns:p14="http://schemas.microsoft.com/office/powerpoint/2010/main" val="1476614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pt Bold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FD03930-7C2A-9009-5994-33385CF405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600200"/>
            <a:ext cx="10515600" cy="1480277"/>
          </a:xfrm>
        </p:spPr>
        <p:txBody>
          <a:bodyPr>
            <a:spAutoFit/>
          </a:bodyPr>
          <a:lstStyle>
            <a:lvl1pPr marL="171450" indent="-171450" fontAlgn="ctr">
              <a:buClr>
                <a:srgbClr val="EC8B1F"/>
              </a:buClr>
              <a:buSzPct val="250000"/>
              <a:buFont typeface="Arial" panose="020B0604020202020204" pitchFamily="34" charset="0"/>
              <a:buChar char="•"/>
              <a:defRPr sz="1200" b="1">
                <a:solidFill>
                  <a:srgbClr val="48484A"/>
                </a:solidFill>
              </a:defRPr>
            </a:lvl1pPr>
            <a:lvl2pPr>
              <a:buClr>
                <a:srgbClr val="EC8B1F"/>
              </a:buClr>
              <a:buSzPct val="125000"/>
              <a:defRPr sz="1200" b="1">
                <a:solidFill>
                  <a:srgbClr val="48484A"/>
                </a:solidFill>
              </a:defRPr>
            </a:lvl2pPr>
            <a:lvl3pPr>
              <a:buClr>
                <a:srgbClr val="EC8B1F"/>
              </a:buClr>
              <a:buSzPct val="125000"/>
              <a:defRPr sz="1200" b="1">
                <a:solidFill>
                  <a:srgbClr val="48484A"/>
                </a:solidFill>
              </a:defRPr>
            </a:lvl3pPr>
            <a:lvl4pPr marL="548640" indent="0">
              <a:buFontTx/>
              <a:buNone/>
              <a:defRPr sz="1200" b="1" i="1">
                <a:solidFill>
                  <a:srgbClr val="48484A"/>
                </a:solidFill>
              </a:defRPr>
            </a:lvl4pPr>
            <a:lvl5pPr>
              <a:buClr>
                <a:srgbClr val="EC8B1F"/>
              </a:buClr>
              <a:buSzPct val="125000"/>
              <a:defRPr sz="1200" b="1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5899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pt Subtitled Bold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AF6DE4A8-CBA7-2C23-C96E-E9B4E3CF4D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600200"/>
            <a:ext cx="10515600" cy="338554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15993-257B-ADDB-E1C4-70774D0B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071817"/>
            <a:ext cx="10792883" cy="1480277"/>
          </a:xfrm>
        </p:spPr>
        <p:txBody>
          <a:bodyPr>
            <a:spAutoFit/>
          </a:bodyPr>
          <a:lstStyle>
            <a:lvl1pPr>
              <a:defRPr sz="1200">
                <a:solidFill>
                  <a:srgbClr val="48484A"/>
                </a:solidFill>
              </a:defRPr>
            </a:lvl1pPr>
            <a:lvl2pPr>
              <a:defRPr sz="1200">
                <a:solidFill>
                  <a:srgbClr val="48484A"/>
                </a:solidFill>
              </a:defRPr>
            </a:lvl2pPr>
            <a:lvl3pPr>
              <a:defRPr sz="1200">
                <a:solidFill>
                  <a:srgbClr val="48484A"/>
                </a:solidFill>
              </a:defRPr>
            </a:lvl3pPr>
            <a:lvl4pPr>
              <a:defRPr sz="1200">
                <a:solidFill>
                  <a:srgbClr val="48484A"/>
                </a:solidFill>
              </a:defRPr>
            </a:lvl4pPr>
            <a:lvl5pPr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3667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pt 2-Column Bold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BB39B8C-F7A7-8AAA-C6C4-553A08CCC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600200"/>
            <a:ext cx="5010665" cy="338554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BCFBF2D-60AE-27A6-504C-FC7E0FB015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071817"/>
            <a:ext cx="5010665" cy="1480277"/>
          </a:xfrm>
        </p:spPr>
        <p:txBody>
          <a:bodyPr>
            <a:spAutoFit/>
          </a:bodyPr>
          <a:lstStyle>
            <a:lvl1pPr marL="182880">
              <a:defRPr sz="1200">
                <a:solidFill>
                  <a:srgbClr val="48484A"/>
                </a:solidFill>
              </a:defRPr>
            </a:lvl1pPr>
            <a:lvl2pPr marL="365760" indent="-182880">
              <a:buFont typeface="System Font Regular"/>
              <a:buChar char="–"/>
              <a:defRPr sz="1200">
                <a:solidFill>
                  <a:srgbClr val="48484A"/>
                </a:solidFill>
              </a:defRPr>
            </a:lvl2pPr>
            <a:lvl3pPr>
              <a:defRPr sz="1200">
                <a:solidFill>
                  <a:srgbClr val="48484A"/>
                </a:solidFill>
              </a:defRPr>
            </a:lvl3pPr>
            <a:lvl4pPr>
              <a:defRPr sz="1200">
                <a:solidFill>
                  <a:srgbClr val="48484A"/>
                </a:solidFill>
              </a:defRPr>
            </a:lvl4pPr>
            <a:lvl5pPr marL="731520" indent="-182880"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7BF2504-E35D-7378-6079-6946BF34B8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49314" y="1600200"/>
            <a:ext cx="5010665" cy="338554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E2B4A14-3BDA-F5BC-D838-81FCC54A99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49314" y="2071817"/>
            <a:ext cx="5010665" cy="1480277"/>
          </a:xfrm>
        </p:spPr>
        <p:txBody>
          <a:bodyPr>
            <a:spAutoFit/>
          </a:bodyPr>
          <a:lstStyle>
            <a:lvl1pPr marL="182880">
              <a:defRPr sz="1200">
                <a:solidFill>
                  <a:srgbClr val="48484A"/>
                </a:solidFill>
              </a:defRPr>
            </a:lvl1pPr>
            <a:lvl2pPr>
              <a:defRPr sz="1200">
                <a:solidFill>
                  <a:srgbClr val="48484A"/>
                </a:solidFill>
              </a:defRPr>
            </a:lvl2pPr>
            <a:lvl3pPr>
              <a:defRPr sz="1200">
                <a:solidFill>
                  <a:srgbClr val="48484A"/>
                </a:solidFill>
              </a:defRPr>
            </a:lvl3pPr>
            <a:lvl4pPr>
              <a:defRPr sz="1200">
                <a:solidFill>
                  <a:srgbClr val="48484A"/>
                </a:solidFill>
              </a:defRPr>
            </a:lvl4pPr>
            <a:lvl5pPr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8835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pt 3-Column Bold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2D266CA9-5690-8043-4F89-8752250B52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1" y="1600200"/>
            <a:ext cx="3305432" cy="338554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B7F9302E-BEEA-A043-6F4C-7A575B6FB36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8201" y="2071817"/>
            <a:ext cx="3305432" cy="1480277"/>
          </a:xfrm>
        </p:spPr>
        <p:txBody>
          <a:bodyPr>
            <a:spAutoFit/>
          </a:bodyPr>
          <a:lstStyle>
            <a:lvl1pPr>
              <a:defRPr sz="1200">
                <a:solidFill>
                  <a:srgbClr val="48484A"/>
                </a:solidFill>
              </a:defRPr>
            </a:lvl1pPr>
            <a:lvl2pPr>
              <a:defRPr sz="1200">
                <a:solidFill>
                  <a:srgbClr val="48484A"/>
                </a:solidFill>
              </a:defRPr>
            </a:lvl2pPr>
            <a:lvl3pPr>
              <a:defRPr sz="1200">
                <a:solidFill>
                  <a:srgbClr val="48484A"/>
                </a:solidFill>
              </a:defRPr>
            </a:lvl3pPr>
            <a:lvl4pPr>
              <a:defRPr sz="1200">
                <a:solidFill>
                  <a:srgbClr val="48484A"/>
                </a:solidFill>
              </a:defRPr>
            </a:lvl4pPr>
            <a:lvl5pPr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D9BCD840-4DCF-64C0-9819-ED77A4959B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44314" y="1600200"/>
            <a:ext cx="3305432" cy="338554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0D38169-CA48-C159-F11A-EE6F243C88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44314" y="2071817"/>
            <a:ext cx="3305432" cy="1480277"/>
          </a:xfrm>
        </p:spPr>
        <p:txBody>
          <a:bodyPr>
            <a:spAutoFit/>
          </a:bodyPr>
          <a:lstStyle>
            <a:lvl1pPr>
              <a:defRPr sz="1200">
                <a:solidFill>
                  <a:srgbClr val="48484A"/>
                </a:solidFill>
              </a:defRPr>
            </a:lvl1pPr>
            <a:lvl2pPr>
              <a:defRPr sz="1200">
                <a:solidFill>
                  <a:srgbClr val="48484A"/>
                </a:solidFill>
              </a:defRPr>
            </a:lvl2pPr>
            <a:lvl3pPr>
              <a:defRPr sz="1200">
                <a:solidFill>
                  <a:srgbClr val="48484A"/>
                </a:solidFill>
              </a:defRPr>
            </a:lvl3pPr>
            <a:lvl4pPr>
              <a:defRPr sz="1200">
                <a:solidFill>
                  <a:srgbClr val="48484A"/>
                </a:solidFill>
              </a:defRPr>
            </a:lvl4pPr>
            <a:lvl5pPr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C15ECCDE-F430-41CA-75D0-3EDE0C9636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50428" y="1600200"/>
            <a:ext cx="3305432" cy="338554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917693F9-CC60-88A6-22DF-0A231A98EB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50428" y="2071817"/>
            <a:ext cx="3305432" cy="1480277"/>
          </a:xfrm>
        </p:spPr>
        <p:txBody>
          <a:bodyPr>
            <a:spAutoFit/>
          </a:bodyPr>
          <a:lstStyle>
            <a:lvl1pPr>
              <a:defRPr sz="1200">
                <a:solidFill>
                  <a:srgbClr val="48484A"/>
                </a:solidFill>
              </a:defRPr>
            </a:lvl1pPr>
            <a:lvl2pPr>
              <a:defRPr sz="1200">
                <a:solidFill>
                  <a:srgbClr val="48484A"/>
                </a:solidFill>
              </a:defRPr>
            </a:lvl2pPr>
            <a:lvl3pPr>
              <a:defRPr sz="1200">
                <a:solidFill>
                  <a:srgbClr val="48484A"/>
                </a:solidFill>
              </a:defRPr>
            </a:lvl3pPr>
            <a:lvl4pPr>
              <a:defRPr sz="1200">
                <a:solidFill>
                  <a:srgbClr val="48484A"/>
                </a:solidFill>
              </a:defRPr>
            </a:lvl4pPr>
            <a:lvl5pPr>
              <a:defRPr sz="1200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0190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pt Bold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FD03930-7C2A-9009-5994-33385CF405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600200"/>
            <a:ext cx="10515600" cy="1848711"/>
          </a:xfrm>
        </p:spPr>
        <p:txBody>
          <a:bodyPr>
            <a:spAutoFit/>
          </a:bodyPr>
          <a:lstStyle>
            <a:lvl1pPr marL="274320" indent="-274320" fontAlgn="ctr">
              <a:lnSpc>
                <a:spcPct val="110000"/>
              </a:lnSpc>
              <a:buClr>
                <a:srgbClr val="EC8B1F"/>
              </a:buClr>
              <a:buSzPct val="250000"/>
              <a:buFont typeface="Arial" panose="020B0604020202020204" pitchFamily="34" charset="0"/>
              <a:buChar char="•"/>
              <a:defRPr sz="1800" b="1">
                <a:solidFill>
                  <a:srgbClr val="48484A"/>
                </a:solidFill>
              </a:defRPr>
            </a:lvl1pPr>
            <a:lvl2pPr marL="548640" indent="-274320">
              <a:lnSpc>
                <a:spcPct val="110000"/>
              </a:lnSpc>
              <a:buClr>
                <a:srgbClr val="EC8B1F"/>
              </a:buClr>
              <a:buSzPct val="125000"/>
              <a:defRPr sz="1800" b="1">
                <a:solidFill>
                  <a:srgbClr val="48484A"/>
                </a:solidFill>
              </a:defRPr>
            </a:lvl2pPr>
            <a:lvl3pPr marL="822960" indent="-274320">
              <a:lnSpc>
                <a:spcPct val="110000"/>
              </a:lnSpc>
              <a:buClr>
                <a:srgbClr val="EC8B1F"/>
              </a:buClr>
              <a:buSzPct val="125000"/>
              <a:defRPr sz="1800" b="1">
                <a:solidFill>
                  <a:srgbClr val="48484A"/>
                </a:solidFill>
              </a:defRPr>
            </a:lvl3pPr>
            <a:lvl4pPr marL="822960" indent="0">
              <a:lnSpc>
                <a:spcPct val="110000"/>
              </a:lnSpc>
              <a:buFontTx/>
              <a:buNone/>
              <a:defRPr sz="1800" b="1" i="1">
                <a:solidFill>
                  <a:srgbClr val="48484A"/>
                </a:solidFill>
              </a:defRPr>
            </a:lvl4pPr>
            <a:lvl5pPr marL="1097280" indent="-274320">
              <a:lnSpc>
                <a:spcPct val="110000"/>
              </a:lnSpc>
              <a:buClr>
                <a:srgbClr val="EC8B1F"/>
              </a:buClr>
              <a:buSzPct val="125000"/>
              <a:defRPr sz="1800" b="1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6341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pt Bold 2-Column Bulle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BE260-9236-D133-2C5D-B85748B6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326D73-C90D-8381-8568-ED1E71E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FD03930-7C2A-9009-5994-33385CF405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600" y="2070101"/>
            <a:ext cx="5029200" cy="1848711"/>
          </a:xfrm>
        </p:spPr>
        <p:txBody>
          <a:bodyPr>
            <a:spAutoFit/>
          </a:bodyPr>
          <a:lstStyle>
            <a:lvl1pPr marL="274320" indent="-274320" fontAlgn="ctr">
              <a:lnSpc>
                <a:spcPct val="110000"/>
              </a:lnSpc>
              <a:buClr>
                <a:srgbClr val="EC8B1F"/>
              </a:buClr>
              <a:buSzPct val="250000"/>
              <a:buFont typeface="Arial" panose="020B0604020202020204" pitchFamily="34" charset="0"/>
              <a:buChar char="•"/>
              <a:defRPr sz="1800" b="1">
                <a:solidFill>
                  <a:srgbClr val="48484A"/>
                </a:solidFill>
              </a:defRPr>
            </a:lvl1pPr>
            <a:lvl2pPr marL="548640" indent="-274320">
              <a:lnSpc>
                <a:spcPct val="110000"/>
              </a:lnSpc>
              <a:buClr>
                <a:srgbClr val="EC8B1F"/>
              </a:buClr>
              <a:buSzPct val="125000"/>
              <a:defRPr sz="1800" b="1">
                <a:solidFill>
                  <a:srgbClr val="48484A"/>
                </a:solidFill>
              </a:defRPr>
            </a:lvl2pPr>
            <a:lvl3pPr marL="822960" indent="-274320">
              <a:lnSpc>
                <a:spcPct val="110000"/>
              </a:lnSpc>
              <a:buClr>
                <a:srgbClr val="EC8B1F"/>
              </a:buClr>
              <a:buSzPct val="125000"/>
              <a:defRPr sz="1800" b="1">
                <a:solidFill>
                  <a:srgbClr val="48484A"/>
                </a:solidFill>
              </a:defRPr>
            </a:lvl3pPr>
            <a:lvl4pPr marL="822960" indent="0">
              <a:lnSpc>
                <a:spcPct val="110000"/>
              </a:lnSpc>
              <a:buFontTx/>
              <a:buNone/>
              <a:defRPr sz="1800" b="1" i="1">
                <a:solidFill>
                  <a:srgbClr val="48484A"/>
                </a:solidFill>
              </a:defRPr>
            </a:lvl4pPr>
            <a:lvl5pPr marL="1097280" indent="-274320">
              <a:lnSpc>
                <a:spcPct val="110000"/>
              </a:lnSpc>
              <a:buClr>
                <a:srgbClr val="EC8B1F"/>
              </a:buClr>
              <a:buSzPct val="125000"/>
              <a:defRPr sz="1800" b="1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58D948F-A7EC-24E1-5C2D-9298A4DFF6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070101"/>
            <a:ext cx="5143501" cy="1848711"/>
          </a:xfrm>
        </p:spPr>
        <p:txBody>
          <a:bodyPr>
            <a:spAutoFit/>
          </a:bodyPr>
          <a:lstStyle>
            <a:lvl1pPr marL="274320" indent="-274320" fontAlgn="ctr">
              <a:lnSpc>
                <a:spcPct val="110000"/>
              </a:lnSpc>
              <a:buClr>
                <a:srgbClr val="EC8B1F"/>
              </a:buClr>
              <a:buSzPct val="250000"/>
              <a:buFont typeface="Arial" panose="020B0604020202020204" pitchFamily="34" charset="0"/>
              <a:buChar char="•"/>
              <a:defRPr sz="1800" b="1">
                <a:solidFill>
                  <a:srgbClr val="48484A"/>
                </a:solidFill>
              </a:defRPr>
            </a:lvl1pPr>
            <a:lvl2pPr marL="548640" indent="-274320">
              <a:lnSpc>
                <a:spcPct val="110000"/>
              </a:lnSpc>
              <a:buClr>
                <a:srgbClr val="EC8B1F"/>
              </a:buClr>
              <a:buSzPct val="125000"/>
              <a:defRPr sz="1800" b="1">
                <a:solidFill>
                  <a:srgbClr val="48484A"/>
                </a:solidFill>
              </a:defRPr>
            </a:lvl2pPr>
            <a:lvl3pPr marL="822960" indent="-274320">
              <a:lnSpc>
                <a:spcPct val="110000"/>
              </a:lnSpc>
              <a:buClr>
                <a:srgbClr val="EC8B1F"/>
              </a:buClr>
              <a:buSzPct val="125000"/>
              <a:defRPr sz="1800" b="1">
                <a:solidFill>
                  <a:srgbClr val="48484A"/>
                </a:solidFill>
              </a:defRPr>
            </a:lvl3pPr>
            <a:lvl4pPr marL="822960" indent="0">
              <a:lnSpc>
                <a:spcPct val="110000"/>
              </a:lnSpc>
              <a:buFontTx/>
              <a:buNone/>
              <a:defRPr sz="1800" b="1" i="1">
                <a:solidFill>
                  <a:srgbClr val="48484A"/>
                </a:solidFill>
              </a:defRPr>
            </a:lvl4pPr>
            <a:lvl5pPr marL="1097280" indent="-274320">
              <a:lnSpc>
                <a:spcPct val="110000"/>
              </a:lnSpc>
              <a:buClr>
                <a:srgbClr val="EC8B1F"/>
              </a:buClr>
              <a:buSzPct val="125000"/>
              <a:defRPr sz="1800" b="1">
                <a:solidFill>
                  <a:srgbClr val="4848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4F13C13-E0D0-30AC-47E0-EA7671E502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600200"/>
            <a:ext cx="5010665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9FDDAF00-A7F1-1076-B53B-0900817CAB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49314" y="1600200"/>
            <a:ext cx="5010665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 i="0">
                <a:solidFill>
                  <a:srgbClr val="EC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11312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rgbClr val="484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8E56B88-6B80-DAA7-0E19-DF822ECA59B0}"/>
              </a:ext>
            </a:extLst>
          </p:cNvPr>
          <p:cNvGrpSpPr/>
          <p:nvPr userDrawn="1"/>
        </p:nvGrpSpPr>
        <p:grpSpPr>
          <a:xfrm>
            <a:off x="3046648" y="1600200"/>
            <a:ext cx="9145352" cy="5257800"/>
            <a:chOff x="1377056" y="652144"/>
            <a:chExt cx="13180133" cy="7577456"/>
          </a:xfrm>
        </p:grpSpPr>
        <p:sp>
          <p:nvSpPr>
            <p:cNvPr id="9" name="Triangle 8">
              <a:extLst>
                <a:ext uri="{FF2B5EF4-FFF2-40B4-BE49-F238E27FC236}">
                  <a16:creationId xmlns:a16="http://schemas.microsoft.com/office/drawing/2014/main" id="{B3F66F09-50ED-A31C-D8C9-DBB9A7C82210}"/>
                </a:ext>
              </a:extLst>
            </p:cNvPr>
            <p:cNvSpPr/>
            <p:nvPr userDrawn="1"/>
          </p:nvSpPr>
          <p:spPr>
            <a:xfrm>
              <a:off x="6288365" y="3057984"/>
              <a:ext cx="8268824" cy="5171616"/>
            </a:xfrm>
            <a:prstGeom prst="triangle">
              <a:avLst/>
            </a:prstGeom>
            <a:solidFill>
              <a:srgbClr val="EC8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F39004B4-B9D9-63A1-8F3C-CCF0D6CF64D2}"/>
                </a:ext>
              </a:extLst>
            </p:cNvPr>
            <p:cNvSpPr/>
            <p:nvPr userDrawn="1"/>
          </p:nvSpPr>
          <p:spPr>
            <a:xfrm>
              <a:off x="1377056" y="652144"/>
              <a:ext cx="10564658" cy="6607513"/>
            </a:xfrm>
            <a:prstGeom prst="triangle">
              <a:avLst/>
            </a:prstGeom>
            <a:gradFill>
              <a:gsLst>
                <a:gs pos="0">
                  <a:srgbClr val="DCDDDE"/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9" name="Google Shape;30;p7">
            <a:extLst>
              <a:ext uri="{FF2B5EF4-FFF2-40B4-BE49-F238E27FC236}">
                <a16:creationId xmlns:a16="http://schemas.microsoft.com/office/drawing/2014/main" id="{577E4104-8623-D41E-7340-B16961659A66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38200" y="2971800"/>
            <a:ext cx="4625341" cy="28212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EC8B1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add Presentation Subtitle</a:t>
            </a:r>
            <a:endParaRPr/>
          </a:p>
        </p:txBody>
      </p:sp>
      <p:sp>
        <p:nvSpPr>
          <p:cNvPr id="20" name="Google Shape;31;p7">
            <a:extLst>
              <a:ext uri="{FF2B5EF4-FFF2-40B4-BE49-F238E27FC236}">
                <a16:creationId xmlns:a16="http://schemas.microsoft.com/office/drawing/2014/main" id="{12B30F7A-84E5-82C7-9714-77E85F9A35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1496477"/>
            <a:ext cx="5539741" cy="123110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bg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Add Presentation Title</a:t>
            </a:r>
            <a:endParaRPr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AE6FECA-3A9C-2115-ABC5-00727934BA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09685"/>
            <a:ext cx="2843212" cy="2654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EC8B1F"/>
                </a:solidFill>
              </a:defRPr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0A3B46D-C2AA-90CB-1BB3-D959C213E6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375" y="5870258"/>
            <a:ext cx="2879725" cy="2653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Presenter(s) name</a:t>
            </a:r>
          </a:p>
        </p:txBody>
      </p:sp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B3EEC968-EA51-5D27-21FB-9120A40C4E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54170" y="3269551"/>
            <a:ext cx="1679878" cy="47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62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28" userDrawn="1">
          <p15:clr>
            <a:srgbClr val="A4A3A4"/>
          </p15:clr>
        </p15:guide>
        <p15:guide id="4" pos="7152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696" userDrawn="1">
          <p15:clr>
            <a:srgbClr val="5ACBF0"/>
          </p15:clr>
        </p15:guide>
        <p15:guide id="7" orient="horz" pos="1008" userDrawn="1">
          <p15:clr>
            <a:srgbClr val="5ACBF0"/>
          </p15:clr>
        </p15:guide>
        <p15:guide id="8" orient="horz" pos="1296" userDrawn="1">
          <p15:clr>
            <a:srgbClr val="5ACBF0"/>
          </p15:clr>
        </p15:guide>
        <p15:guide id="9" orient="horz" pos="1584" userDrawn="1">
          <p15:clr>
            <a:srgbClr val="5ACBF0"/>
          </p15:clr>
        </p15:guide>
        <p15:guide id="10" orient="horz" pos="1872" userDrawn="1">
          <p15:clr>
            <a:srgbClr val="5ACBF0"/>
          </p15:clr>
        </p15:guide>
        <p15:guide id="11" orient="horz" pos="2448" userDrawn="1">
          <p15:clr>
            <a:srgbClr val="5ACBF0"/>
          </p15:clr>
        </p15:guide>
        <p15:guide id="12" orient="horz" pos="2736" userDrawn="1">
          <p15:clr>
            <a:srgbClr val="5ACBF0"/>
          </p15:clr>
        </p15:guide>
        <p15:guide id="13" orient="horz" pos="3024" userDrawn="1">
          <p15:clr>
            <a:srgbClr val="5ACBF0"/>
          </p15:clr>
        </p15:guide>
        <p15:guide id="14" orient="horz" pos="3312" userDrawn="1">
          <p15:clr>
            <a:srgbClr val="5ACBF0"/>
          </p15:clr>
        </p15:guide>
        <p15:guide id="15" orient="horz" pos="3600" userDrawn="1">
          <p15:clr>
            <a:srgbClr val="5ACBF0"/>
          </p15:clr>
        </p15:guide>
        <p15:guide id="16" orient="horz" pos="3888" userDrawn="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. Divider Page">
    <p:bg>
      <p:bgPr>
        <a:solidFill>
          <a:srgbClr val="484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;p7">
            <a:extLst>
              <a:ext uri="{FF2B5EF4-FFF2-40B4-BE49-F238E27FC236}">
                <a16:creationId xmlns:a16="http://schemas.microsoft.com/office/drawing/2014/main" id="{89FDE02A-D6A0-3A29-BE99-0EE5682B1B53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48945" y="615043"/>
            <a:ext cx="10504855" cy="17953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add Presentation Subtitle</a:t>
            </a:r>
            <a:endParaRPr/>
          </a:p>
        </p:txBody>
      </p:sp>
      <p:sp>
        <p:nvSpPr>
          <p:cNvPr id="6" name="Google Shape;31;p7">
            <a:extLst>
              <a:ext uri="{FF2B5EF4-FFF2-40B4-BE49-F238E27FC236}">
                <a16:creationId xmlns:a16="http://schemas.microsoft.com/office/drawing/2014/main" id="{3DED59F3-510F-CAB1-23F4-10B567AEC2C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48945" y="2721481"/>
            <a:ext cx="6567132" cy="61555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bg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Add Divider Title</a:t>
            </a:r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254623-BA01-61E0-003D-49868B779335}"/>
              </a:ext>
            </a:extLst>
          </p:cNvPr>
          <p:cNvGrpSpPr/>
          <p:nvPr userDrawn="1"/>
        </p:nvGrpSpPr>
        <p:grpSpPr>
          <a:xfrm>
            <a:off x="6253224" y="1600200"/>
            <a:ext cx="6720306" cy="3838022"/>
            <a:chOff x="1362414" y="652144"/>
            <a:chExt cx="13267986" cy="7577456"/>
          </a:xfrm>
        </p:grpSpPr>
        <p:sp>
          <p:nvSpPr>
            <p:cNvPr id="11" name="Triangle 10">
              <a:extLst>
                <a:ext uri="{FF2B5EF4-FFF2-40B4-BE49-F238E27FC236}">
                  <a16:creationId xmlns:a16="http://schemas.microsoft.com/office/drawing/2014/main" id="{994AF9FC-349E-9E6D-BF8C-A1F8D11555DE}"/>
                </a:ext>
              </a:extLst>
            </p:cNvPr>
            <p:cNvSpPr/>
            <p:nvPr/>
          </p:nvSpPr>
          <p:spPr>
            <a:xfrm>
              <a:off x="6361577" y="3057984"/>
              <a:ext cx="8268823" cy="5171616"/>
            </a:xfrm>
            <a:prstGeom prst="triangle">
              <a:avLst/>
            </a:prstGeom>
            <a:gradFill>
              <a:gsLst>
                <a:gs pos="0">
                  <a:srgbClr val="77787B"/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9804A06A-4E42-B4D9-936A-D6B66B8F2FE5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/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B3013-D4C0-AE6A-0BCF-3C09BD5D0C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8945" y="3342443"/>
            <a:ext cx="5480735" cy="43088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EC8B1F"/>
                </a:solidFill>
              </a:defRPr>
            </a:lvl1pPr>
            <a:lvl2pPr marL="457200" indent="0">
              <a:buNone/>
              <a:defRPr sz="2400">
                <a:solidFill>
                  <a:schemeClr val="tx2"/>
                </a:solidFill>
              </a:defRPr>
            </a:lvl2pPr>
            <a:lvl3pPr marL="9144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3pPr>
            <a:lvl4pPr marL="13716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4pPr>
            <a:lvl5pPr marL="18288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Extra words in orange</a:t>
            </a:r>
          </a:p>
        </p:txBody>
      </p:sp>
    </p:spTree>
    <p:extLst>
      <p:ext uri="{BB962C8B-B14F-4D97-AF65-F5344CB8AC3E}">
        <p14:creationId xmlns:p14="http://schemas.microsoft.com/office/powerpoint/2010/main" val="3370824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A. End Page">
    <p:bg>
      <p:bgPr>
        <a:solidFill>
          <a:srgbClr val="484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87ABE0F-3EC4-BAF7-5219-47D9B2C2F9E8}"/>
              </a:ext>
            </a:extLst>
          </p:cNvPr>
          <p:cNvGrpSpPr/>
          <p:nvPr userDrawn="1"/>
        </p:nvGrpSpPr>
        <p:grpSpPr>
          <a:xfrm>
            <a:off x="-267417" y="593203"/>
            <a:ext cx="7066773" cy="4279738"/>
            <a:chOff x="1362414" y="652144"/>
            <a:chExt cx="13987358" cy="8470942"/>
          </a:xfrm>
        </p:grpSpPr>
        <p:sp>
          <p:nvSpPr>
            <p:cNvPr id="4" name="Triangle 3">
              <a:extLst>
                <a:ext uri="{FF2B5EF4-FFF2-40B4-BE49-F238E27FC236}">
                  <a16:creationId xmlns:a16="http://schemas.microsoft.com/office/drawing/2014/main" id="{D70833C1-11DF-CF1D-A7E1-0FC52DF36F26}"/>
                </a:ext>
              </a:extLst>
            </p:cNvPr>
            <p:cNvSpPr/>
            <p:nvPr/>
          </p:nvSpPr>
          <p:spPr>
            <a:xfrm>
              <a:off x="7080949" y="3951469"/>
              <a:ext cx="8268823" cy="5171617"/>
            </a:xfrm>
            <a:prstGeom prst="triangle">
              <a:avLst/>
            </a:prstGeom>
            <a:gradFill>
              <a:gsLst>
                <a:gs pos="0">
                  <a:srgbClr val="77787B">
                    <a:alpha val="50000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D5A60280-C4B8-2C85-3213-5AD64531C911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>
                    <a:alpha val="50467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AF16024-2620-46E0-D61E-ADF06DCEC4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5211" y="3210507"/>
            <a:ext cx="5018589" cy="285219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9DFCF12-2CFE-396B-C01A-FFB96A8533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5211" y="3438365"/>
            <a:ext cx="5018589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36EF4F08-94C6-C20F-0BEA-81FA1846B7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5211" y="3745911"/>
            <a:ext cx="5018589" cy="46007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E1F26-C77E-2E37-1606-3B6D26A17348}"/>
              </a:ext>
            </a:extLst>
          </p:cNvPr>
          <p:cNvSpPr txBox="1"/>
          <p:nvPr userDrawn="1"/>
        </p:nvSpPr>
        <p:spPr>
          <a:xfrm>
            <a:off x="6312061" y="1292423"/>
            <a:ext cx="1309632" cy="30777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EC8B1F"/>
                </a:solidFill>
              </a:rPr>
              <a:t>Contacts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F7D3064-CAB4-F58B-6A52-180E712533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5211" y="4613809"/>
            <a:ext cx="5018589" cy="285219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BFF0F5D-3D19-C07A-558E-C947800836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5211" y="4841667"/>
            <a:ext cx="5018589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16765685-9054-8775-F208-3A73A27035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5211" y="5149213"/>
            <a:ext cx="5018589" cy="46007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64D02F-A46C-1CD3-FCD3-7E6DC2993FB2}"/>
              </a:ext>
            </a:extLst>
          </p:cNvPr>
          <p:cNvSpPr txBox="1"/>
          <p:nvPr userDrawn="1"/>
        </p:nvSpPr>
        <p:spPr>
          <a:xfrm>
            <a:off x="7651798" y="5923336"/>
            <a:ext cx="3392512" cy="350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sz="1400" b="1" spc="100">
                <a:solidFill>
                  <a:srgbClr val="EC8B1F"/>
                </a:solidFill>
                <a:latin typeface="Arial"/>
                <a:cs typeface="Arial"/>
              </a:rPr>
              <a:t>www.rsginc.com</a:t>
            </a:r>
          </a:p>
          <a:p>
            <a:pPr algn="r" defTabSz="914608">
              <a:tabLst>
                <a:tab pos="4665639" algn="l"/>
              </a:tabLst>
            </a:pPr>
            <a:endParaRPr lang="en-US" sz="1400" spc="100">
              <a:solidFill>
                <a:srgbClr val="EC8B1F"/>
              </a:solidFill>
              <a:latin typeface="Arial"/>
              <a:cs typeface="Arial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6BF557-5E06-3CDC-7CE6-52F789C213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5211" y="1807205"/>
            <a:ext cx="5018589" cy="285219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D585F9B-E2B6-9ABE-40F0-FBA377C8FF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5211" y="2035063"/>
            <a:ext cx="5018589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82B0FBE-1305-D996-DA3F-861ADF0EF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5211" y="2342609"/>
            <a:ext cx="5018589" cy="46007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pic>
        <p:nvPicPr>
          <p:cNvPr id="11" name="Picture 10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DAFA053A-1D58-3C1F-1A84-D92A454FED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7061" y="2705100"/>
            <a:ext cx="1610409" cy="41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59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B.End Page w/ Map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A23C478-0625-C6AF-57A6-A2FCE476B0CF}"/>
              </a:ext>
            </a:extLst>
          </p:cNvPr>
          <p:cNvGrpSpPr/>
          <p:nvPr userDrawn="1"/>
        </p:nvGrpSpPr>
        <p:grpSpPr>
          <a:xfrm>
            <a:off x="-267417" y="593203"/>
            <a:ext cx="7066773" cy="4279738"/>
            <a:chOff x="1362414" y="652144"/>
            <a:chExt cx="13987358" cy="8470942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5EE13D69-D93C-3D1C-7115-D268E76C0797}"/>
                </a:ext>
              </a:extLst>
            </p:cNvPr>
            <p:cNvSpPr/>
            <p:nvPr/>
          </p:nvSpPr>
          <p:spPr>
            <a:xfrm>
              <a:off x="7080949" y="3951469"/>
              <a:ext cx="8268823" cy="5171617"/>
            </a:xfrm>
            <a:prstGeom prst="triangle">
              <a:avLst/>
            </a:prstGeom>
            <a:gradFill>
              <a:gsLst>
                <a:gs pos="0">
                  <a:srgbClr val="77787B">
                    <a:alpha val="50000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0905921B-2870-BE74-2B21-9FBCC81F89B5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>
                    <a:alpha val="50467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DE19E56F-41B6-BA88-1398-216721B7AF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8538" y="4295051"/>
            <a:ext cx="4319850" cy="30079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0A607E-3A18-03AF-635C-502FCF9C89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8537" y="4538083"/>
            <a:ext cx="4319851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3AA7463D-76F4-DD17-05E2-4B4AC5C38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8537" y="4845629"/>
            <a:ext cx="4319851" cy="460077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7F15E5-975F-ED59-99AF-23B54444B361}"/>
              </a:ext>
            </a:extLst>
          </p:cNvPr>
          <p:cNvSpPr txBox="1"/>
          <p:nvPr userDrawn="1"/>
        </p:nvSpPr>
        <p:spPr>
          <a:xfrm>
            <a:off x="1616146" y="3740912"/>
            <a:ext cx="1309632" cy="30777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EC8B1F"/>
                </a:solidFill>
              </a:rPr>
              <a:t>Contacts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818F19F7-DE6B-739E-C681-BAC240351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36134" y="4298055"/>
            <a:ext cx="4319850" cy="30079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E4B80493-0F21-5E47-9839-36FC66CC63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36133" y="4541087"/>
            <a:ext cx="4319851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D0D6816F-4237-8AFF-2FA3-20A430AF1C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36133" y="4848633"/>
            <a:ext cx="4319851" cy="460077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EE3318-FFFB-2C43-7B14-ED77132A37A4}"/>
              </a:ext>
            </a:extLst>
          </p:cNvPr>
          <p:cNvSpPr txBox="1"/>
          <p:nvPr userDrawn="1"/>
        </p:nvSpPr>
        <p:spPr>
          <a:xfrm>
            <a:off x="7651798" y="5923336"/>
            <a:ext cx="3392512" cy="350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sz="1400" b="1" spc="100">
                <a:solidFill>
                  <a:srgbClr val="EC8B1F"/>
                </a:solidFill>
                <a:latin typeface="Arial"/>
                <a:cs typeface="Arial"/>
              </a:rPr>
              <a:t>www.rsginc.com</a:t>
            </a:r>
          </a:p>
          <a:p>
            <a:pPr algn="r" defTabSz="914608">
              <a:tabLst>
                <a:tab pos="4665639" algn="l"/>
              </a:tabLst>
            </a:pPr>
            <a:endParaRPr lang="en-US" sz="1400" spc="100">
              <a:solidFill>
                <a:srgbClr val="EC8B1F"/>
              </a:solidFill>
              <a:latin typeface="Arial"/>
              <a:cs typeface="Arial"/>
            </a:endParaRPr>
          </a:p>
        </p:txBody>
      </p:sp>
      <p:pic>
        <p:nvPicPr>
          <p:cNvPr id="5" name="Picture 4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85A0E99C-CF3A-0E2A-8C59-860E59F2CD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7061" y="2705100"/>
            <a:ext cx="1610409" cy="414952"/>
          </a:xfrm>
          <a:prstGeom prst="rect">
            <a:avLst/>
          </a:prstGeom>
        </p:spPr>
      </p:pic>
      <p:pic>
        <p:nvPicPr>
          <p:cNvPr id="3" name="Picture 2" descr="A map of the united states&#10;&#10;Description automatically generated">
            <a:extLst>
              <a:ext uri="{FF2B5EF4-FFF2-40B4-BE49-F238E27FC236}">
                <a16:creationId xmlns:a16="http://schemas.microsoft.com/office/drawing/2014/main" id="{8F1D870B-4B18-B008-CB22-1CF0AF1E6B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53"/>
          <a:stretch/>
        </p:blipFill>
        <p:spPr>
          <a:xfrm>
            <a:off x="5536133" y="0"/>
            <a:ext cx="6196776" cy="445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5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.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8E56B88-6B80-DAA7-0E19-DF822ECA59B0}"/>
              </a:ext>
            </a:extLst>
          </p:cNvPr>
          <p:cNvGrpSpPr/>
          <p:nvPr userDrawn="1"/>
        </p:nvGrpSpPr>
        <p:grpSpPr>
          <a:xfrm>
            <a:off x="3046648" y="1600200"/>
            <a:ext cx="9145352" cy="5257800"/>
            <a:chOff x="1377056" y="652144"/>
            <a:chExt cx="13180133" cy="7577456"/>
          </a:xfrm>
        </p:grpSpPr>
        <p:sp>
          <p:nvSpPr>
            <p:cNvPr id="9" name="Triangle 8">
              <a:extLst>
                <a:ext uri="{FF2B5EF4-FFF2-40B4-BE49-F238E27FC236}">
                  <a16:creationId xmlns:a16="http://schemas.microsoft.com/office/drawing/2014/main" id="{B3F66F09-50ED-A31C-D8C9-DBB9A7C82210}"/>
                </a:ext>
              </a:extLst>
            </p:cNvPr>
            <p:cNvSpPr/>
            <p:nvPr userDrawn="1"/>
          </p:nvSpPr>
          <p:spPr>
            <a:xfrm>
              <a:off x="6288365" y="3057984"/>
              <a:ext cx="8268824" cy="5171616"/>
            </a:xfrm>
            <a:prstGeom prst="triangle">
              <a:avLst/>
            </a:prstGeom>
            <a:solidFill>
              <a:srgbClr val="EC8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F39004B4-B9D9-63A1-8F3C-CCF0D6CF64D2}"/>
                </a:ext>
              </a:extLst>
            </p:cNvPr>
            <p:cNvSpPr/>
            <p:nvPr userDrawn="1"/>
          </p:nvSpPr>
          <p:spPr>
            <a:xfrm>
              <a:off x="1377056" y="652144"/>
              <a:ext cx="10564658" cy="6607513"/>
            </a:xfrm>
            <a:prstGeom prst="triangle">
              <a:avLst/>
            </a:prstGeom>
            <a:gradFill>
              <a:gsLst>
                <a:gs pos="0">
                  <a:srgbClr val="DCDDDE"/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9" name="Google Shape;30;p7">
            <a:extLst>
              <a:ext uri="{FF2B5EF4-FFF2-40B4-BE49-F238E27FC236}">
                <a16:creationId xmlns:a16="http://schemas.microsoft.com/office/drawing/2014/main" id="{577E4104-8623-D41E-7340-B16961659A66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38200" y="2971800"/>
            <a:ext cx="4625341" cy="28212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EC8B1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add Presentation Subtitle</a:t>
            </a:r>
            <a:endParaRPr/>
          </a:p>
        </p:txBody>
      </p:sp>
      <p:sp>
        <p:nvSpPr>
          <p:cNvPr id="20" name="Google Shape;31;p7">
            <a:extLst>
              <a:ext uri="{FF2B5EF4-FFF2-40B4-BE49-F238E27FC236}">
                <a16:creationId xmlns:a16="http://schemas.microsoft.com/office/drawing/2014/main" id="{12B30F7A-84E5-82C7-9714-77E85F9A35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1496477"/>
            <a:ext cx="5539741" cy="123110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rgbClr val="48484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Add Presentation Title</a:t>
            </a:r>
            <a:endParaRPr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AE6FECA-3A9C-2115-ABC5-00727934BA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09685"/>
            <a:ext cx="2843212" cy="2654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EC8B1F"/>
                </a:solidFill>
              </a:defRPr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0A3B46D-C2AA-90CB-1BB3-D959C213E6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375" y="5870258"/>
            <a:ext cx="2879725" cy="265365"/>
          </a:xfrm>
        </p:spPr>
        <p:txBody>
          <a:bodyPr/>
          <a:lstStyle/>
          <a:p>
            <a:pPr lvl="0"/>
            <a:r>
              <a:rPr lang="en-US"/>
              <a:t>Click to add Presenter(s) name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95F1172E-9154-373E-3045-2C12E4BD00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54171" y="3269550"/>
            <a:ext cx="1679878" cy="47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528">
          <p15:clr>
            <a:srgbClr val="A4A3A4"/>
          </p15:clr>
        </p15:guide>
        <p15:guide id="4" pos="7152">
          <p15:clr>
            <a:srgbClr val="A4A3A4"/>
          </p15:clr>
        </p15:guide>
        <p15:guide id="5" orient="horz" pos="408">
          <p15:clr>
            <a:srgbClr val="A4A3A4"/>
          </p15:clr>
        </p15:guide>
        <p15:guide id="6" orient="horz" pos="696">
          <p15:clr>
            <a:srgbClr val="5ACBF0"/>
          </p15:clr>
        </p15:guide>
        <p15:guide id="7" orient="horz" pos="1008">
          <p15:clr>
            <a:srgbClr val="5ACBF0"/>
          </p15:clr>
        </p15:guide>
        <p15:guide id="8" orient="horz" pos="1296">
          <p15:clr>
            <a:srgbClr val="5ACBF0"/>
          </p15:clr>
        </p15:guide>
        <p15:guide id="9" orient="horz" pos="1584">
          <p15:clr>
            <a:srgbClr val="5ACBF0"/>
          </p15:clr>
        </p15:guide>
        <p15:guide id="10" orient="horz" pos="1872">
          <p15:clr>
            <a:srgbClr val="5ACBF0"/>
          </p15:clr>
        </p15:guide>
        <p15:guide id="11" orient="horz" pos="2448">
          <p15:clr>
            <a:srgbClr val="5ACBF0"/>
          </p15:clr>
        </p15:guide>
        <p15:guide id="12" orient="horz" pos="2736">
          <p15:clr>
            <a:srgbClr val="5ACBF0"/>
          </p15:clr>
        </p15:guide>
        <p15:guide id="13" orient="horz" pos="3024">
          <p15:clr>
            <a:srgbClr val="5ACBF0"/>
          </p15:clr>
        </p15:guide>
        <p15:guide id="14" orient="horz" pos="3312">
          <p15:clr>
            <a:srgbClr val="5ACBF0"/>
          </p15:clr>
        </p15:guide>
        <p15:guide id="15" orient="horz" pos="3600">
          <p15:clr>
            <a:srgbClr val="5ACBF0"/>
          </p15:clr>
        </p15:guide>
        <p15:guide id="16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. 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;p7">
            <a:extLst>
              <a:ext uri="{FF2B5EF4-FFF2-40B4-BE49-F238E27FC236}">
                <a16:creationId xmlns:a16="http://schemas.microsoft.com/office/drawing/2014/main" id="{89FDE02A-D6A0-3A29-BE99-0EE5682B1B53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48945" y="615043"/>
            <a:ext cx="10504855" cy="28071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add Presentation Subtitle</a:t>
            </a:r>
            <a:endParaRPr/>
          </a:p>
        </p:txBody>
      </p:sp>
      <p:sp>
        <p:nvSpPr>
          <p:cNvPr id="6" name="Google Shape;31;p7">
            <a:extLst>
              <a:ext uri="{FF2B5EF4-FFF2-40B4-BE49-F238E27FC236}">
                <a16:creationId xmlns:a16="http://schemas.microsoft.com/office/drawing/2014/main" id="{3DED59F3-510F-CAB1-23F4-10B567AEC2C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48945" y="2721481"/>
            <a:ext cx="6567132" cy="61555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tx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Add Divider Title</a:t>
            </a:r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254623-BA01-61E0-003D-49868B779335}"/>
              </a:ext>
            </a:extLst>
          </p:cNvPr>
          <p:cNvGrpSpPr/>
          <p:nvPr userDrawn="1"/>
        </p:nvGrpSpPr>
        <p:grpSpPr>
          <a:xfrm>
            <a:off x="6253224" y="1600200"/>
            <a:ext cx="6720306" cy="3838022"/>
            <a:chOff x="1362414" y="652144"/>
            <a:chExt cx="13267986" cy="7577456"/>
          </a:xfrm>
        </p:grpSpPr>
        <p:sp>
          <p:nvSpPr>
            <p:cNvPr id="11" name="Triangle 10">
              <a:extLst>
                <a:ext uri="{FF2B5EF4-FFF2-40B4-BE49-F238E27FC236}">
                  <a16:creationId xmlns:a16="http://schemas.microsoft.com/office/drawing/2014/main" id="{994AF9FC-349E-9E6D-BF8C-A1F8D11555DE}"/>
                </a:ext>
              </a:extLst>
            </p:cNvPr>
            <p:cNvSpPr/>
            <p:nvPr/>
          </p:nvSpPr>
          <p:spPr>
            <a:xfrm>
              <a:off x="6361577" y="3057984"/>
              <a:ext cx="8268823" cy="5171616"/>
            </a:xfrm>
            <a:prstGeom prst="triangle">
              <a:avLst/>
            </a:prstGeom>
            <a:gradFill>
              <a:gsLst>
                <a:gs pos="0">
                  <a:srgbClr val="77787B">
                    <a:alpha val="50000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9804A06A-4E42-B4D9-936A-D6B66B8F2FE5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>
                    <a:alpha val="50467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B3013-D4C0-AE6A-0BCF-3C09BD5D0C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8945" y="3342443"/>
            <a:ext cx="5480735" cy="43088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EC8B1F"/>
                </a:solidFill>
              </a:defRPr>
            </a:lvl1pPr>
            <a:lvl2pPr marL="457200" indent="0">
              <a:buNone/>
              <a:defRPr sz="2400">
                <a:solidFill>
                  <a:schemeClr val="tx2"/>
                </a:solidFill>
              </a:defRPr>
            </a:lvl2pPr>
            <a:lvl3pPr marL="9144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3pPr>
            <a:lvl4pPr marL="13716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4pPr>
            <a:lvl5pPr marL="18288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Extra words in orange</a:t>
            </a:r>
          </a:p>
        </p:txBody>
      </p:sp>
    </p:spTree>
    <p:extLst>
      <p:ext uri="{BB962C8B-B14F-4D97-AF65-F5344CB8AC3E}">
        <p14:creationId xmlns:p14="http://schemas.microsoft.com/office/powerpoint/2010/main" val="4129241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A. 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87ABE0F-3EC4-BAF7-5219-47D9B2C2F9E8}"/>
              </a:ext>
            </a:extLst>
          </p:cNvPr>
          <p:cNvGrpSpPr/>
          <p:nvPr userDrawn="1"/>
        </p:nvGrpSpPr>
        <p:grpSpPr>
          <a:xfrm>
            <a:off x="-267417" y="593203"/>
            <a:ext cx="7066773" cy="4279738"/>
            <a:chOff x="1362414" y="652144"/>
            <a:chExt cx="13987358" cy="8470942"/>
          </a:xfrm>
        </p:grpSpPr>
        <p:sp>
          <p:nvSpPr>
            <p:cNvPr id="4" name="Triangle 3">
              <a:extLst>
                <a:ext uri="{FF2B5EF4-FFF2-40B4-BE49-F238E27FC236}">
                  <a16:creationId xmlns:a16="http://schemas.microsoft.com/office/drawing/2014/main" id="{D70833C1-11DF-CF1D-A7E1-0FC52DF36F26}"/>
                </a:ext>
              </a:extLst>
            </p:cNvPr>
            <p:cNvSpPr/>
            <p:nvPr/>
          </p:nvSpPr>
          <p:spPr>
            <a:xfrm>
              <a:off x="7080949" y="3951469"/>
              <a:ext cx="8268823" cy="5171617"/>
            </a:xfrm>
            <a:prstGeom prst="triangle">
              <a:avLst/>
            </a:prstGeom>
            <a:gradFill>
              <a:gsLst>
                <a:gs pos="0">
                  <a:srgbClr val="77787B">
                    <a:alpha val="50000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D5A60280-C4B8-2C85-3213-5AD64531C911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>
                    <a:alpha val="50467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AF16024-2620-46E0-D61E-ADF06DCEC4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5211" y="3210507"/>
            <a:ext cx="5018589" cy="285219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9DFCF12-2CFE-396B-C01A-FFB96A8533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5211" y="3438365"/>
            <a:ext cx="5018589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36EF4F08-94C6-C20F-0BEA-81FA1846B7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5211" y="3745911"/>
            <a:ext cx="5018589" cy="46007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E1F26-C77E-2E37-1606-3B6D26A17348}"/>
              </a:ext>
            </a:extLst>
          </p:cNvPr>
          <p:cNvSpPr txBox="1"/>
          <p:nvPr userDrawn="1"/>
        </p:nvSpPr>
        <p:spPr>
          <a:xfrm>
            <a:off x="6312061" y="1292423"/>
            <a:ext cx="1309632" cy="30777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EC8B1F"/>
                </a:solidFill>
              </a:rPr>
              <a:t>Contacts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F7D3064-CAB4-F58B-6A52-180E712533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5211" y="4613809"/>
            <a:ext cx="5018589" cy="285219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BFF0F5D-3D19-C07A-558E-C947800836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5211" y="4841667"/>
            <a:ext cx="5018589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16765685-9054-8775-F208-3A73A27035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5211" y="5149213"/>
            <a:ext cx="5018589" cy="46007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64D02F-A46C-1CD3-FCD3-7E6DC2993FB2}"/>
              </a:ext>
            </a:extLst>
          </p:cNvPr>
          <p:cNvSpPr txBox="1"/>
          <p:nvPr userDrawn="1"/>
        </p:nvSpPr>
        <p:spPr>
          <a:xfrm>
            <a:off x="7651798" y="5923336"/>
            <a:ext cx="3392512" cy="350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sz="1400" b="1" spc="100">
                <a:solidFill>
                  <a:schemeClr val="tx1"/>
                </a:solidFill>
                <a:latin typeface="Arial"/>
                <a:cs typeface="Arial"/>
              </a:rPr>
              <a:t>www.rsginc.com</a:t>
            </a:r>
          </a:p>
          <a:p>
            <a:pPr algn="r" defTabSz="914608">
              <a:tabLst>
                <a:tab pos="4665639" algn="l"/>
              </a:tabLst>
            </a:pPr>
            <a:endParaRPr lang="en-US" sz="1400" spc="100">
              <a:solidFill>
                <a:schemeClr val="bg2"/>
              </a:solidFill>
              <a:latin typeface="Arial"/>
              <a:cs typeface="Arial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6BF557-5E06-3CDC-7CE6-52F789C213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5211" y="1807205"/>
            <a:ext cx="5018589" cy="285219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D585F9B-E2B6-9ABE-40F0-FBA377C8FF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5211" y="2035063"/>
            <a:ext cx="5018589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82B0FBE-1305-D996-DA3F-861ADF0EF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5211" y="2342609"/>
            <a:ext cx="5018589" cy="46007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pic>
        <p:nvPicPr>
          <p:cNvPr id="7" name="Picture 6" descr="A black and grey letter&#10;&#10;Description automatically generated">
            <a:extLst>
              <a:ext uri="{FF2B5EF4-FFF2-40B4-BE49-F238E27FC236}">
                <a16:creationId xmlns:a16="http://schemas.microsoft.com/office/drawing/2014/main" id="{D72F2BB5-675E-0A9B-4EB5-387A95F3D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1376" y="2684307"/>
            <a:ext cx="1621249" cy="41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28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B.End Page w/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A23C478-0625-C6AF-57A6-A2FCE476B0CF}"/>
              </a:ext>
            </a:extLst>
          </p:cNvPr>
          <p:cNvGrpSpPr/>
          <p:nvPr userDrawn="1"/>
        </p:nvGrpSpPr>
        <p:grpSpPr>
          <a:xfrm>
            <a:off x="-267417" y="593203"/>
            <a:ext cx="7066773" cy="4279738"/>
            <a:chOff x="1362414" y="652144"/>
            <a:chExt cx="13987358" cy="8470942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5EE13D69-D93C-3D1C-7115-D268E76C0797}"/>
                </a:ext>
              </a:extLst>
            </p:cNvPr>
            <p:cNvSpPr/>
            <p:nvPr/>
          </p:nvSpPr>
          <p:spPr>
            <a:xfrm>
              <a:off x="7080949" y="3951469"/>
              <a:ext cx="8268823" cy="5171617"/>
            </a:xfrm>
            <a:prstGeom prst="triangle">
              <a:avLst/>
            </a:prstGeom>
            <a:gradFill>
              <a:gsLst>
                <a:gs pos="0">
                  <a:srgbClr val="77787B">
                    <a:alpha val="50000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0905921B-2870-BE74-2B21-9FBCC81F89B5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>
                    <a:alpha val="50467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DE19E56F-41B6-BA88-1398-216721B7AF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8538" y="4295051"/>
            <a:ext cx="4319850" cy="30079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0A607E-3A18-03AF-635C-502FCF9C89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8537" y="4538083"/>
            <a:ext cx="4319851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3AA7463D-76F4-DD17-05E2-4B4AC5C38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8537" y="4845629"/>
            <a:ext cx="4319851" cy="460077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7F15E5-975F-ED59-99AF-23B54444B361}"/>
              </a:ext>
            </a:extLst>
          </p:cNvPr>
          <p:cNvSpPr txBox="1"/>
          <p:nvPr userDrawn="1"/>
        </p:nvSpPr>
        <p:spPr>
          <a:xfrm>
            <a:off x="1616146" y="3740912"/>
            <a:ext cx="1309632" cy="30777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EC8B1F"/>
                </a:solidFill>
              </a:rPr>
              <a:t>Contacts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818F19F7-DE6B-739E-C681-BAC240351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36134" y="4298055"/>
            <a:ext cx="4319850" cy="30079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E4B80493-0F21-5E47-9839-36FC66CC63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36133" y="4541087"/>
            <a:ext cx="4319851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D0D6816F-4237-8AFF-2FA3-20A430AF1C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36133" y="4848633"/>
            <a:ext cx="4319851" cy="460077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EE3318-FFFB-2C43-7B14-ED77132A37A4}"/>
              </a:ext>
            </a:extLst>
          </p:cNvPr>
          <p:cNvSpPr txBox="1"/>
          <p:nvPr userDrawn="1"/>
        </p:nvSpPr>
        <p:spPr>
          <a:xfrm>
            <a:off x="7651798" y="5923336"/>
            <a:ext cx="3392512" cy="350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sz="1400" b="1" spc="100">
                <a:solidFill>
                  <a:schemeClr val="tx1"/>
                </a:solidFill>
                <a:latin typeface="Arial"/>
                <a:cs typeface="Arial"/>
              </a:rPr>
              <a:t>www.rsginc.com</a:t>
            </a:r>
          </a:p>
          <a:p>
            <a:pPr algn="r" defTabSz="914608">
              <a:tabLst>
                <a:tab pos="4665639" algn="l"/>
              </a:tabLst>
            </a:pPr>
            <a:endParaRPr lang="en-US" sz="1400" spc="100">
              <a:solidFill>
                <a:schemeClr val="bg2"/>
              </a:solidFill>
              <a:latin typeface="Arial"/>
              <a:cs typeface="Arial"/>
            </a:endParaRPr>
          </a:p>
        </p:txBody>
      </p:sp>
      <p:pic>
        <p:nvPicPr>
          <p:cNvPr id="3" name="Picture 2" descr="A black and grey letter&#10;&#10;Description automatically generated">
            <a:extLst>
              <a:ext uri="{FF2B5EF4-FFF2-40B4-BE49-F238E27FC236}">
                <a16:creationId xmlns:a16="http://schemas.microsoft.com/office/drawing/2014/main" id="{03B609C9-6BC4-DAD1-14A9-38D178E303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1376" y="2684307"/>
            <a:ext cx="1621249" cy="417745"/>
          </a:xfrm>
          <a:prstGeom prst="rect">
            <a:avLst/>
          </a:prstGeom>
        </p:spPr>
      </p:pic>
      <p:pic>
        <p:nvPicPr>
          <p:cNvPr id="5" name="Picture 4" descr="A map of the united states&#10;&#10;Description automatically generated">
            <a:extLst>
              <a:ext uri="{FF2B5EF4-FFF2-40B4-BE49-F238E27FC236}">
                <a16:creationId xmlns:a16="http://schemas.microsoft.com/office/drawing/2014/main" id="{C5D33952-29F6-0DD7-7C82-37996E4734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53"/>
          <a:stretch/>
        </p:blipFill>
        <p:spPr>
          <a:xfrm>
            <a:off x="5536133" y="0"/>
            <a:ext cx="6196776" cy="445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68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.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8E56B88-6B80-DAA7-0E19-DF822ECA59B0}"/>
              </a:ext>
            </a:extLst>
          </p:cNvPr>
          <p:cNvGrpSpPr/>
          <p:nvPr userDrawn="1"/>
        </p:nvGrpSpPr>
        <p:grpSpPr>
          <a:xfrm>
            <a:off x="3046648" y="1600200"/>
            <a:ext cx="9145352" cy="5257800"/>
            <a:chOff x="1377056" y="652144"/>
            <a:chExt cx="13180133" cy="7577456"/>
          </a:xfrm>
        </p:grpSpPr>
        <p:sp>
          <p:nvSpPr>
            <p:cNvPr id="9" name="Triangle 8">
              <a:extLst>
                <a:ext uri="{FF2B5EF4-FFF2-40B4-BE49-F238E27FC236}">
                  <a16:creationId xmlns:a16="http://schemas.microsoft.com/office/drawing/2014/main" id="{B3F66F09-50ED-A31C-D8C9-DBB9A7C82210}"/>
                </a:ext>
              </a:extLst>
            </p:cNvPr>
            <p:cNvSpPr/>
            <p:nvPr userDrawn="1"/>
          </p:nvSpPr>
          <p:spPr>
            <a:xfrm>
              <a:off x="6288365" y="3057984"/>
              <a:ext cx="8268824" cy="5171616"/>
            </a:xfrm>
            <a:prstGeom prst="triangle">
              <a:avLst/>
            </a:prstGeom>
            <a:solidFill>
              <a:srgbClr val="EC8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F39004B4-B9D9-63A1-8F3C-CCF0D6CF64D2}"/>
                </a:ext>
              </a:extLst>
            </p:cNvPr>
            <p:cNvSpPr/>
            <p:nvPr userDrawn="1"/>
          </p:nvSpPr>
          <p:spPr>
            <a:xfrm>
              <a:off x="1377056" y="652144"/>
              <a:ext cx="10564658" cy="6607513"/>
            </a:xfrm>
            <a:prstGeom prst="triangle">
              <a:avLst/>
            </a:prstGeom>
            <a:gradFill>
              <a:gsLst>
                <a:gs pos="0">
                  <a:srgbClr val="DCDDDE"/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9" name="Google Shape;30;p7">
            <a:extLst>
              <a:ext uri="{FF2B5EF4-FFF2-40B4-BE49-F238E27FC236}">
                <a16:creationId xmlns:a16="http://schemas.microsoft.com/office/drawing/2014/main" id="{577E4104-8623-D41E-7340-B16961659A66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38200" y="2971800"/>
            <a:ext cx="4625341" cy="28212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EC8B1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add Presentation Subtitle</a:t>
            </a:r>
            <a:endParaRPr/>
          </a:p>
        </p:txBody>
      </p:sp>
      <p:sp>
        <p:nvSpPr>
          <p:cNvPr id="20" name="Google Shape;31;p7">
            <a:extLst>
              <a:ext uri="{FF2B5EF4-FFF2-40B4-BE49-F238E27FC236}">
                <a16:creationId xmlns:a16="http://schemas.microsoft.com/office/drawing/2014/main" id="{12B30F7A-84E5-82C7-9714-77E85F9A35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1496477"/>
            <a:ext cx="5539741" cy="123110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rgbClr val="48484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Add Presentation Title</a:t>
            </a:r>
            <a:endParaRPr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AE6FECA-3A9C-2115-ABC5-00727934BA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09685"/>
            <a:ext cx="2843212" cy="2654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EC8B1F"/>
                </a:solidFill>
              </a:defRPr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0A3B46D-C2AA-90CB-1BB3-D959C213E6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375" y="5870258"/>
            <a:ext cx="2879725" cy="265365"/>
          </a:xfrm>
        </p:spPr>
        <p:txBody>
          <a:bodyPr/>
          <a:lstStyle/>
          <a:p>
            <a:pPr lvl="0"/>
            <a:r>
              <a:rPr lang="en-US"/>
              <a:t>Click to add Presenter(s) name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583DA472-6015-552F-E7D7-6652E8709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54171" y="3269550"/>
            <a:ext cx="1679878" cy="47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1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528">
          <p15:clr>
            <a:srgbClr val="A4A3A4"/>
          </p15:clr>
        </p15:guide>
        <p15:guide id="4" pos="7152">
          <p15:clr>
            <a:srgbClr val="A4A3A4"/>
          </p15:clr>
        </p15:guide>
        <p15:guide id="5" orient="horz" pos="408">
          <p15:clr>
            <a:srgbClr val="A4A3A4"/>
          </p15:clr>
        </p15:guide>
        <p15:guide id="6" orient="horz" pos="696">
          <p15:clr>
            <a:srgbClr val="5ACBF0"/>
          </p15:clr>
        </p15:guide>
        <p15:guide id="7" orient="horz" pos="1008">
          <p15:clr>
            <a:srgbClr val="5ACBF0"/>
          </p15:clr>
        </p15:guide>
        <p15:guide id="8" orient="horz" pos="1296">
          <p15:clr>
            <a:srgbClr val="5ACBF0"/>
          </p15:clr>
        </p15:guide>
        <p15:guide id="9" orient="horz" pos="1584">
          <p15:clr>
            <a:srgbClr val="5ACBF0"/>
          </p15:clr>
        </p15:guide>
        <p15:guide id="10" orient="horz" pos="1872">
          <p15:clr>
            <a:srgbClr val="5ACBF0"/>
          </p15:clr>
        </p15:guide>
        <p15:guide id="11" orient="horz" pos="2448">
          <p15:clr>
            <a:srgbClr val="5ACBF0"/>
          </p15:clr>
        </p15:guide>
        <p15:guide id="12" orient="horz" pos="2736">
          <p15:clr>
            <a:srgbClr val="5ACBF0"/>
          </p15:clr>
        </p15:guide>
        <p15:guide id="13" orient="horz" pos="3024">
          <p15:clr>
            <a:srgbClr val="5ACBF0"/>
          </p15:clr>
        </p15:guide>
        <p15:guide id="14" orient="horz" pos="3312">
          <p15:clr>
            <a:srgbClr val="5ACBF0"/>
          </p15:clr>
        </p15:guide>
        <p15:guide id="15" orient="horz" pos="3600">
          <p15:clr>
            <a:srgbClr val="5ACBF0"/>
          </p15:clr>
        </p15:guide>
        <p15:guide id="16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. 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;p7">
            <a:extLst>
              <a:ext uri="{FF2B5EF4-FFF2-40B4-BE49-F238E27FC236}">
                <a16:creationId xmlns:a16="http://schemas.microsoft.com/office/drawing/2014/main" id="{89FDE02A-D6A0-3A29-BE99-0EE5682B1B53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48945" y="615043"/>
            <a:ext cx="10504855" cy="28071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add Presentation Subtitle</a:t>
            </a:r>
            <a:endParaRPr/>
          </a:p>
        </p:txBody>
      </p:sp>
      <p:sp>
        <p:nvSpPr>
          <p:cNvPr id="6" name="Google Shape;31;p7">
            <a:extLst>
              <a:ext uri="{FF2B5EF4-FFF2-40B4-BE49-F238E27FC236}">
                <a16:creationId xmlns:a16="http://schemas.microsoft.com/office/drawing/2014/main" id="{3DED59F3-510F-CAB1-23F4-10B567AEC2C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48945" y="2721481"/>
            <a:ext cx="6567132" cy="61555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tx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Add Divider Title</a:t>
            </a:r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254623-BA01-61E0-003D-49868B779335}"/>
              </a:ext>
            </a:extLst>
          </p:cNvPr>
          <p:cNvGrpSpPr/>
          <p:nvPr userDrawn="1"/>
        </p:nvGrpSpPr>
        <p:grpSpPr>
          <a:xfrm>
            <a:off x="6253224" y="1600200"/>
            <a:ext cx="6720306" cy="3838022"/>
            <a:chOff x="1362414" y="652144"/>
            <a:chExt cx="13267986" cy="7577456"/>
          </a:xfrm>
        </p:grpSpPr>
        <p:sp>
          <p:nvSpPr>
            <p:cNvPr id="11" name="Triangle 10">
              <a:extLst>
                <a:ext uri="{FF2B5EF4-FFF2-40B4-BE49-F238E27FC236}">
                  <a16:creationId xmlns:a16="http://schemas.microsoft.com/office/drawing/2014/main" id="{994AF9FC-349E-9E6D-BF8C-A1F8D11555DE}"/>
                </a:ext>
              </a:extLst>
            </p:cNvPr>
            <p:cNvSpPr/>
            <p:nvPr/>
          </p:nvSpPr>
          <p:spPr>
            <a:xfrm>
              <a:off x="6361577" y="3057984"/>
              <a:ext cx="8268823" cy="5171616"/>
            </a:xfrm>
            <a:prstGeom prst="triangle">
              <a:avLst/>
            </a:prstGeom>
            <a:gradFill>
              <a:gsLst>
                <a:gs pos="0">
                  <a:srgbClr val="77787B">
                    <a:alpha val="50000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9804A06A-4E42-B4D9-936A-D6B66B8F2FE5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>
                    <a:alpha val="50467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B3013-D4C0-AE6A-0BCF-3C09BD5D0C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8945" y="3342443"/>
            <a:ext cx="5480735" cy="43088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EC8B1F"/>
                </a:solidFill>
              </a:defRPr>
            </a:lvl1pPr>
            <a:lvl2pPr marL="457200" indent="0">
              <a:buNone/>
              <a:defRPr sz="2400">
                <a:solidFill>
                  <a:schemeClr val="tx2"/>
                </a:solidFill>
              </a:defRPr>
            </a:lvl2pPr>
            <a:lvl3pPr marL="9144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3pPr>
            <a:lvl4pPr marL="13716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4pPr>
            <a:lvl5pPr marL="18288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Extra words in orange</a:t>
            </a:r>
          </a:p>
        </p:txBody>
      </p:sp>
    </p:spTree>
    <p:extLst>
      <p:ext uri="{BB962C8B-B14F-4D97-AF65-F5344CB8AC3E}">
        <p14:creationId xmlns:p14="http://schemas.microsoft.com/office/powerpoint/2010/main" val="992788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A. 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87ABE0F-3EC4-BAF7-5219-47D9B2C2F9E8}"/>
              </a:ext>
            </a:extLst>
          </p:cNvPr>
          <p:cNvGrpSpPr/>
          <p:nvPr userDrawn="1"/>
        </p:nvGrpSpPr>
        <p:grpSpPr>
          <a:xfrm>
            <a:off x="-267417" y="593203"/>
            <a:ext cx="7066773" cy="4279738"/>
            <a:chOff x="1362414" y="652144"/>
            <a:chExt cx="13987358" cy="8470942"/>
          </a:xfrm>
        </p:grpSpPr>
        <p:sp>
          <p:nvSpPr>
            <p:cNvPr id="4" name="Triangle 3">
              <a:extLst>
                <a:ext uri="{FF2B5EF4-FFF2-40B4-BE49-F238E27FC236}">
                  <a16:creationId xmlns:a16="http://schemas.microsoft.com/office/drawing/2014/main" id="{D70833C1-11DF-CF1D-A7E1-0FC52DF36F26}"/>
                </a:ext>
              </a:extLst>
            </p:cNvPr>
            <p:cNvSpPr/>
            <p:nvPr/>
          </p:nvSpPr>
          <p:spPr>
            <a:xfrm>
              <a:off x="7080949" y="3951469"/>
              <a:ext cx="8268823" cy="5171617"/>
            </a:xfrm>
            <a:prstGeom prst="triangle">
              <a:avLst/>
            </a:prstGeom>
            <a:gradFill>
              <a:gsLst>
                <a:gs pos="0">
                  <a:srgbClr val="77787B">
                    <a:alpha val="50000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D5A60280-C4B8-2C85-3213-5AD64531C911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>
                    <a:alpha val="50467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AF16024-2620-46E0-D61E-ADF06DCEC4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5211" y="3210507"/>
            <a:ext cx="5018589" cy="285219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9DFCF12-2CFE-396B-C01A-FFB96A8533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5211" y="3438365"/>
            <a:ext cx="5018589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36EF4F08-94C6-C20F-0BEA-81FA1846B7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5211" y="3745911"/>
            <a:ext cx="5018589" cy="46007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E1F26-C77E-2E37-1606-3B6D26A17348}"/>
              </a:ext>
            </a:extLst>
          </p:cNvPr>
          <p:cNvSpPr txBox="1"/>
          <p:nvPr userDrawn="1"/>
        </p:nvSpPr>
        <p:spPr>
          <a:xfrm>
            <a:off x="6312061" y="1292423"/>
            <a:ext cx="1309632" cy="30777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EC8B1F"/>
                </a:solidFill>
              </a:rPr>
              <a:t>Contacts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F7D3064-CAB4-F58B-6A52-180E712533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5211" y="4613809"/>
            <a:ext cx="5018589" cy="285219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BFF0F5D-3D19-C07A-558E-C947800836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5211" y="4841667"/>
            <a:ext cx="5018589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16765685-9054-8775-F208-3A73A27035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5211" y="5149213"/>
            <a:ext cx="5018589" cy="46007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64D02F-A46C-1CD3-FCD3-7E6DC2993FB2}"/>
              </a:ext>
            </a:extLst>
          </p:cNvPr>
          <p:cNvSpPr txBox="1"/>
          <p:nvPr userDrawn="1"/>
        </p:nvSpPr>
        <p:spPr>
          <a:xfrm>
            <a:off x="7651798" y="5923336"/>
            <a:ext cx="3392512" cy="350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sz="1400" b="1" spc="100">
                <a:solidFill>
                  <a:schemeClr val="tx1"/>
                </a:solidFill>
                <a:latin typeface="Arial"/>
                <a:cs typeface="Arial"/>
              </a:rPr>
              <a:t>www.rsginc.com</a:t>
            </a:r>
          </a:p>
          <a:p>
            <a:pPr algn="r" defTabSz="914608">
              <a:tabLst>
                <a:tab pos="4665639" algn="l"/>
              </a:tabLst>
            </a:pPr>
            <a:endParaRPr lang="en-US" sz="1400" spc="100">
              <a:solidFill>
                <a:schemeClr val="bg2"/>
              </a:solidFill>
              <a:latin typeface="Arial"/>
              <a:cs typeface="Arial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6BF557-5E06-3CDC-7CE6-52F789C213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5211" y="1807205"/>
            <a:ext cx="5018589" cy="285219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D585F9B-E2B6-9ABE-40F0-FBA377C8FF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5211" y="2035063"/>
            <a:ext cx="5018589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82B0FBE-1305-D996-DA3F-861ADF0EF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5211" y="2342609"/>
            <a:ext cx="5018589" cy="46007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pic>
        <p:nvPicPr>
          <p:cNvPr id="2" name="Picture 1" descr="A black and grey letter&#10;&#10;Description automatically generated">
            <a:extLst>
              <a:ext uri="{FF2B5EF4-FFF2-40B4-BE49-F238E27FC236}">
                <a16:creationId xmlns:a16="http://schemas.microsoft.com/office/drawing/2014/main" id="{5D168087-3193-5897-638F-96262D0111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1376" y="2684307"/>
            <a:ext cx="1621249" cy="41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16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B.End Page w/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A23C478-0625-C6AF-57A6-A2FCE476B0CF}"/>
              </a:ext>
            </a:extLst>
          </p:cNvPr>
          <p:cNvGrpSpPr/>
          <p:nvPr userDrawn="1"/>
        </p:nvGrpSpPr>
        <p:grpSpPr>
          <a:xfrm>
            <a:off x="-267417" y="593203"/>
            <a:ext cx="7066773" cy="4279738"/>
            <a:chOff x="1362414" y="652144"/>
            <a:chExt cx="13987358" cy="8470942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5EE13D69-D93C-3D1C-7115-D268E76C0797}"/>
                </a:ext>
              </a:extLst>
            </p:cNvPr>
            <p:cNvSpPr/>
            <p:nvPr/>
          </p:nvSpPr>
          <p:spPr>
            <a:xfrm>
              <a:off x="7080949" y="3951469"/>
              <a:ext cx="8268823" cy="5171617"/>
            </a:xfrm>
            <a:prstGeom prst="triangle">
              <a:avLst/>
            </a:prstGeom>
            <a:gradFill>
              <a:gsLst>
                <a:gs pos="0">
                  <a:srgbClr val="77787B">
                    <a:alpha val="50000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0905921B-2870-BE74-2B21-9FBCC81F89B5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>
                    <a:alpha val="50467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DE19E56F-41B6-BA88-1398-216721B7AF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8538" y="4295051"/>
            <a:ext cx="4319850" cy="30079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0A607E-3A18-03AF-635C-502FCF9C89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8537" y="4538083"/>
            <a:ext cx="4319851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3AA7463D-76F4-DD17-05E2-4B4AC5C38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8537" y="4845629"/>
            <a:ext cx="4319851" cy="460077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7F15E5-975F-ED59-99AF-23B54444B361}"/>
              </a:ext>
            </a:extLst>
          </p:cNvPr>
          <p:cNvSpPr txBox="1"/>
          <p:nvPr userDrawn="1"/>
        </p:nvSpPr>
        <p:spPr>
          <a:xfrm>
            <a:off x="1616146" y="3740912"/>
            <a:ext cx="1309632" cy="30777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EC8B1F"/>
                </a:solidFill>
              </a:rPr>
              <a:t>Contacts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818F19F7-DE6B-739E-C681-BAC240351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36134" y="4298055"/>
            <a:ext cx="4319850" cy="30079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E4B80493-0F21-5E47-9839-36FC66CC63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36133" y="4541087"/>
            <a:ext cx="4319851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D0D6816F-4237-8AFF-2FA3-20A430AF1C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36133" y="4848633"/>
            <a:ext cx="4319851" cy="460077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EE3318-FFFB-2C43-7B14-ED77132A37A4}"/>
              </a:ext>
            </a:extLst>
          </p:cNvPr>
          <p:cNvSpPr txBox="1"/>
          <p:nvPr userDrawn="1"/>
        </p:nvSpPr>
        <p:spPr>
          <a:xfrm>
            <a:off x="7651798" y="5923336"/>
            <a:ext cx="3392512" cy="350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sz="1400" b="1" spc="100">
                <a:solidFill>
                  <a:schemeClr val="tx1"/>
                </a:solidFill>
                <a:latin typeface="Arial"/>
                <a:cs typeface="Arial"/>
              </a:rPr>
              <a:t>www.rsginc.com</a:t>
            </a:r>
          </a:p>
          <a:p>
            <a:pPr algn="r" defTabSz="914608">
              <a:tabLst>
                <a:tab pos="4665639" algn="l"/>
              </a:tabLst>
            </a:pPr>
            <a:endParaRPr lang="en-US" sz="1400" spc="100">
              <a:solidFill>
                <a:schemeClr val="bg2"/>
              </a:solidFill>
              <a:latin typeface="Arial"/>
              <a:cs typeface="Arial"/>
            </a:endParaRPr>
          </a:p>
        </p:txBody>
      </p:sp>
      <p:pic>
        <p:nvPicPr>
          <p:cNvPr id="3" name="Picture 2" descr="A black and grey letter&#10;&#10;Description automatically generated">
            <a:extLst>
              <a:ext uri="{FF2B5EF4-FFF2-40B4-BE49-F238E27FC236}">
                <a16:creationId xmlns:a16="http://schemas.microsoft.com/office/drawing/2014/main" id="{E1E755A4-B1A7-FE0C-6628-C8880BE58A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1376" y="2684307"/>
            <a:ext cx="1621249" cy="417745"/>
          </a:xfrm>
          <a:prstGeom prst="rect">
            <a:avLst/>
          </a:prstGeom>
        </p:spPr>
      </p:pic>
      <p:pic>
        <p:nvPicPr>
          <p:cNvPr id="5" name="Picture 4" descr="A map of the united states&#10;&#10;Description automatically generated">
            <a:extLst>
              <a:ext uri="{FF2B5EF4-FFF2-40B4-BE49-F238E27FC236}">
                <a16:creationId xmlns:a16="http://schemas.microsoft.com/office/drawing/2014/main" id="{CDD5FC6F-C8C9-0BE1-8774-BAEFAF2E28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53"/>
          <a:stretch/>
        </p:blipFill>
        <p:spPr>
          <a:xfrm>
            <a:off x="5536133" y="0"/>
            <a:ext cx="6196776" cy="445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3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.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8E56B88-6B80-DAA7-0E19-DF822ECA59B0}"/>
              </a:ext>
            </a:extLst>
          </p:cNvPr>
          <p:cNvGrpSpPr/>
          <p:nvPr userDrawn="1"/>
        </p:nvGrpSpPr>
        <p:grpSpPr>
          <a:xfrm>
            <a:off x="3046648" y="1600200"/>
            <a:ext cx="9145352" cy="5257800"/>
            <a:chOff x="1377056" y="652144"/>
            <a:chExt cx="13180133" cy="7577456"/>
          </a:xfrm>
        </p:grpSpPr>
        <p:sp>
          <p:nvSpPr>
            <p:cNvPr id="9" name="Triangle 8">
              <a:extLst>
                <a:ext uri="{FF2B5EF4-FFF2-40B4-BE49-F238E27FC236}">
                  <a16:creationId xmlns:a16="http://schemas.microsoft.com/office/drawing/2014/main" id="{B3F66F09-50ED-A31C-D8C9-DBB9A7C82210}"/>
                </a:ext>
              </a:extLst>
            </p:cNvPr>
            <p:cNvSpPr/>
            <p:nvPr userDrawn="1"/>
          </p:nvSpPr>
          <p:spPr>
            <a:xfrm>
              <a:off x="6288365" y="3057984"/>
              <a:ext cx="8268824" cy="5171616"/>
            </a:xfrm>
            <a:prstGeom prst="triangle">
              <a:avLst/>
            </a:prstGeom>
            <a:solidFill>
              <a:srgbClr val="EC8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F39004B4-B9D9-63A1-8F3C-CCF0D6CF64D2}"/>
                </a:ext>
              </a:extLst>
            </p:cNvPr>
            <p:cNvSpPr/>
            <p:nvPr userDrawn="1"/>
          </p:nvSpPr>
          <p:spPr>
            <a:xfrm>
              <a:off x="1377056" y="652144"/>
              <a:ext cx="10564658" cy="6607513"/>
            </a:xfrm>
            <a:prstGeom prst="triangle">
              <a:avLst/>
            </a:prstGeom>
            <a:gradFill>
              <a:gsLst>
                <a:gs pos="0">
                  <a:srgbClr val="DCDDDE"/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9" name="Google Shape;30;p7">
            <a:extLst>
              <a:ext uri="{FF2B5EF4-FFF2-40B4-BE49-F238E27FC236}">
                <a16:creationId xmlns:a16="http://schemas.microsoft.com/office/drawing/2014/main" id="{577E4104-8623-D41E-7340-B16961659A66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38200" y="2971800"/>
            <a:ext cx="4625341" cy="28212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EC8B1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add Presentation Subtitle</a:t>
            </a:r>
            <a:endParaRPr/>
          </a:p>
        </p:txBody>
      </p:sp>
      <p:sp>
        <p:nvSpPr>
          <p:cNvPr id="20" name="Google Shape;31;p7">
            <a:extLst>
              <a:ext uri="{FF2B5EF4-FFF2-40B4-BE49-F238E27FC236}">
                <a16:creationId xmlns:a16="http://schemas.microsoft.com/office/drawing/2014/main" id="{12B30F7A-84E5-82C7-9714-77E85F9A35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1496477"/>
            <a:ext cx="5539741" cy="123110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rgbClr val="48484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Add Presentation Title</a:t>
            </a:r>
            <a:endParaRPr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AE6FECA-3A9C-2115-ABC5-00727934BA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09685"/>
            <a:ext cx="2843212" cy="2654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EC8B1F"/>
                </a:solidFill>
              </a:defRPr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0A3B46D-C2AA-90CB-1BB3-D959C213E6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375" y="5870258"/>
            <a:ext cx="2879725" cy="265365"/>
          </a:xfrm>
        </p:spPr>
        <p:txBody>
          <a:bodyPr/>
          <a:lstStyle/>
          <a:p>
            <a:pPr lvl="0"/>
            <a:r>
              <a:rPr lang="en-US"/>
              <a:t>Click to add Presenter(s) name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EF86E66C-0A8A-952A-D6CC-D1268D6BE1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54171" y="3269550"/>
            <a:ext cx="1679878" cy="47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70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528">
          <p15:clr>
            <a:srgbClr val="A4A3A4"/>
          </p15:clr>
        </p15:guide>
        <p15:guide id="4" pos="7152">
          <p15:clr>
            <a:srgbClr val="A4A3A4"/>
          </p15:clr>
        </p15:guide>
        <p15:guide id="5" orient="horz" pos="408">
          <p15:clr>
            <a:srgbClr val="A4A3A4"/>
          </p15:clr>
        </p15:guide>
        <p15:guide id="6" orient="horz" pos="696">
          <p15:clr>
            <a:srgbClr val="5ACBF0"/>
          </p15:clr>
        </p15:guide>
        <p15:guide id="7" orient="horz" pos="1008">
          <p15:clr>
            <a:srgbClr val="5ACBF0"/>
          </p15:clr>
        </p15:guide>
        <p15:guide id="8" orient="horz" pos="1296">
          <p15:clr>
            <a:srgbClr val="5ACBF0"/>
          </p15:clr>
        </p15:guide>
        <p15:guide id="9" orient="horz" pos="1584">
          <p15:clr>
            <a:srgbClr val="5ACBF0"/>
          </p15:clr>
        </p15:guide>
        <p15:guide id="10" orient="horz" pos="1872">
          <p15:clr>
            <a:srgbClr val="5ACBF0"/>
          </p15:clr>
        </p15:guide>
        <p15:guide id="11" orient="horz" pos="2448">
          <p15:clr>
            <a:srgbClr val="5ACBF0"/>
          </p15:clr>
        </p15:guide>
        <p15:guide id="12" orient="horz" pos="2736">
          <p15:clr>
            <a:srgbClr val="5ACBF0"/>
          </p15:clr>
        </p15:guide>
        <p15:guide id="13" orient="horz" pos="3024">
          <p15:clr>
            <a:srgbClr val="5ACBF0"/>
          </p15:clr>
        </p15:guide>
        <p15:guide id="14" orient="horz" pos="3312">
          <p15:clr>
            <a:srgbClr val="5ACBF0"/>
          </p15:clr>
        </p15:guide>
        <p15:guide id="15" orient="horz" pos="3600">
          <p15:clr>
            <a:srgbClr val="5ACBF0"/>
          </p15:clr>
        </p15:guide>
        <p15:guide id="16" orient="horz" pos="388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. 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;p7">
            <a:extLst>
              <a:ext uri="{FF2B5EF4-FFF2-40B4-BE49-F238E27FC236}">
                <a16:creationId xmlns:a16="http://schemas.microsoft.com/office/drawing/2014/main" id="{89FDE02A-D6A0-3A29-BE99-0EE5682B1B53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48945" y="615043"/>
            <a:ext cx="10504855" cy="28071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add Presentation Subtitle</a:t>
            </a:r>
            <a:endParaRPr/>
          </a:p>
        </p:txBody>
      </p:sp>
      <p:sp>
        <p:nvSpPr>
          <p:cNvPr id="6" name="Google Shape;31;p7">
            <a:extLst>
              <a:ext uri="{FF2B5EF4-FFF2-40B4-BE49-F238E27FC236}">
                <a16:creationId xmlns:a16="http://schemas.microsoft.com/office/drawing/2014/main" id="{3DED59F3-510F-CAB1-23F4-10B567AEC2C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48945" y="2721481"/>
            <a:ext cx="6567132" cy="61555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tx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Add Divider Title</a:t>
            </a:r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254623-BA01-61E0-003D-49868B779335}"/>
              </a:ext>
            </a:extLst>
          </p:cNvPr>
          <p:cNvGrpSpPr/>
          <p:nvPr userDrawn="1"/>
        </p:nvGrpSpPr>
        <p:grpSpPr>
          <a:xfrm>
            <a:off x="6253224" y="1600200"/>
            <a:ext cx="6720306" cy="3838022"/>
            <a:chOff x="1362414" y="652144"/>
            <a:chExt cx="13267986" cy="7577456"/>
          </a:xfrm>
        </p:grpSpPr>
        <p:sp>
          <p:nvSpPr>
            <p:cNvPr id="11" name="Triangle 10">
              <a:extLst>
                <a:ext uri="{FF2B5EF4-FFF2-40B4-BE49-F238E27FC236}">
                  <a16:creationId xmlns:a16="http://schemas.microsoft.com/office/drawing/2014/main" id="{994AF9FC-349E-9E6D-BF8C-A1F8D11555DE}"/>
                </a:ext>
              </a:extLst>
            </p:cNvPr>
            <p:cNvSpPr/>
            <p:nvPr/>
          </p:nvSpPr>
          <p:spPr>
            <a:xfrm>
              <a:off x="6361577" y="3057984"/>
              <a:ext cx="8268823" cy="5171616"/>
            </a:xfrm>
            <a:prstGeom prst="triangle">
              <a:avLst/>
            </a:prstGeom>
            <a:gradFill>
              <a:gsLst>
                <a:gs pos="0">
                  <a:srgbClr val="77787B">
                    <a:alpha val="50000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9804A06A-4E42-B4D9-936A-D6B66B8F2FE5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>
                    <a:alpha val="50467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B3013-D4C0-AE6A-0BCF-3C09BD5D0C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8945" y="3342443"/>
            <a:ext cx="5480735" cy="43088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EC8B1F"/>
                </a:solidFill>
              </a:defRPr>
            </a:lvl1pPr>
            <a:lvl2pPr marL="457200" indent="0">
              <a:buNone/>
              <a:defRPr sz="2400">
                <a:solidFill>
                  <a:schemeClr val="tx2"/>
                </a:solidFill>
              </a:defRPr>
            </a:lvl2pPr>
            <a:lvl3pPr marL="9144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3pPr>
            <a:lvl4pPr marL="13716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4pPr>
            <a:lvl5pPr marL="18288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Extra words in orange</a:t>
            </a:r>
          </a:p>
        </p:txBody>
      </p:sp>
    </p:spTree>
    <p:extLst>
      <p:ext uri="{BB962C8B-B14F-4D97-AF65-F5344CB8AC3E}">
        <p14:creationId xmlns:p14="http://schemas.microsoft.com/office/powerpoint/2010/main" val="4285152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A. 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87ABE0F-3EC4-BAF7-5219-47D9B2C2F9E8}"/>
              </a:ext>
            </a:extLst>
          </p:cNvPr>
          <p:cNvGrpSpPr/>
          <p:nvPr userDrawn="1"/>
        </p:nvGrpSpPr>
        <p:grpSpPr>
          <a:xfrm>
            <a:off x="-267417" y="593203"/>
            <a:ext cx="7066773" cy="4279738"/>
            <a:chOff x="1362414" y="652144"/>
            <a:chExt cx="13987358" cy="8470942"/>
          </a:xfrm>
        </p:grpSpPr>
        <p:sp>
          <p:nvSpPr>
            <p:cNvPr id="4" name="Triangle 3">
              <a:extLst>
                <a:ext uri="{FF2B5EF4-FFF2-40B4-BE49-F238E27FC236}">
                  <a16:creationId xmlns:a16="http://schemas.microsoft.com/office/drawing/2014/main" id="{D70833C1-11DF-CF1D-A7E1-0FC52DF36F26}"/>
                </a:ext>
              </a:extLst>
            </p:cNvPr>
            <p:cNvSpPr/>
            <p:nvPr/>
          </p:nvSpPr>
          <p:spPr>
            <a:xfrm>
              <a:off x="7080949" y="3951469"/>
              <a:ext cx="8268823" cy="5171617"/>
            </a:xfrm>
            <a:prstGeom prst="triangle">
              <a:avLst/>
            </a:prstGeom>
            <a:gradFill>
              <a:gsLst>
                <a:gs pos="0">
                  <a:srgbClr val="77787B">
                    <a:alpha val="50000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D5A60280-C4B8-2C85-3213-5AD64531C911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>
                    <a:alpha val="50467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AF16024-2620-46E0-D61E-ADF06DCEC4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5211" y="3210507"/>
            <a:ext cx="5018589" cy="285219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9DFCF12-2CFE-396B-C01A-FFB96A8533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5211" y="3438365"/>
            <a:ext cx="5018589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36EF4F08-94C6-C20F-0BEA-81FA1846B7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5211" y="3745911"/>
            <a:ext cx="5018589" cy="46007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E1F26-C77E-2E37-1606-3B6D26A17348}"/>
              </a:ext>
            </a:extLst>
          </p:cNvPr>
          <p:cNvSpPr txBox="1"/>
          <p:nvPr userDrawn="1"/>
        </p:nvSpPr>
        <p:spPr>
          <a:xfrm>
            <a:off x="6312061" y="1292423"/>
            <a:ext cx="1309632" cy="30777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EC8B1F"/>
                </a:solidFill>
              </a:rPr>
              <a:t>Contacts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F7D3064-CAB4-F58B-6A52-180E712533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5211" y="4613809"/>
            <a:ext cx="5018589" cy="285219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BFF0F5D-3D19-C07A-558E-C947800836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5211" y="4841667"/>
            <a:ext cx="5018589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16765685-9054-8775-F208-3A73A27035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5211" y="5149213"/>
            <a:ext cx="5018589" cy="46007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64D02F-A46C-1CD3-FCD3-7E6DC2993FB2}"/>
              </a:ext>
            </a:extLst>
          </p:cNvPr>
          <p:cNvSpPr txBox="1"/>
          <p:nvPr userDrawn="1"/>
        </p:nvSpPr>
        <p:spPr>
          <a:xfrm>
            <a:off x="7651798" y="5923336"/>
            <a:ext cx="3392512" cy="350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sz="1400" b="1" spc="100">
                <a:solidFill>
                  <a:schemeClr val="tx1"/>
                </a:solidFill>
                <a:latin typeface="Arial"/>
                <a:cs typeface="Arial"/>
              </a:rPr>
              <a:t>www.rsginc.com</a:t>
            </a:r>
          </a:p>
          <a:p>
            <a:pPr algn="r" defTabSz="914608">
              <a:tabLst>
                <a:tab pos="4665639" algn="l"/>
              </a:tabLst>
            </a:pPr>
            <a:endParaRPr lang="en-US" sz="1400" spc="100">
              <a:solidFill>
                <a:schemeClr val="bg2"/>
              </a:solidFill>
              <a:latin typeface="Arial"/>
              <a:cs typeface="Arial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6BF557-5E06-3CDC-7CE6-52F789C213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5211" y="1807205"/>
            <a:ext cx="5018589" cy="285219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D585F9B-E2B6-9ABE-40F0-FBA377C8FF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5211" y="2035063"/>
            <a:ext cx="5018589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82B0FBE-1305-D996-DA3F-861ADF0EF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5211" y="2342609"/>
            <a:ext cx="5018589" cy="46007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pic>
        <p:nvPicPr>
          <p:cNvPr id="2" name="Picture 1" descr="A black and grey letter&#10;&#10;Description automatically generated">
            <a:extLst>
              <a:ext uri="{FF2B5EF4-FFF2-40B4-BE49-F238E27FC236}">
                <a16:creationId xmlns:a16="http://schemas.microsoft.com/office/drawing/2014/main" id="{83DB0D7B-0AF3-844B-5897-7F9DEF729A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1376" y="2684307"/>
            <a:ext cx="1621249" cy="41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4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B.End Page w/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A23C478-0625-C6AF-57A6-A2FCE476B0CF}"/>
              </a:ext>
            </a:extLst>
          </p:cNvPr>
          <p:cNvGrpSpPr/>
          <p:nvPr userDrawn="1"/>
        </p:nvGrpSpPr>
        <p:grpSpPr>
          <a:xfrm>
            <a:off x="-267417" y="593203"/>
            <a:ext cx="7066773" cy="4279738"/>
            <a:chOff x="1362414" y="652144"/>
            <a:chExt cx="13987358" cy="8470942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5EE13D69-D93C-3D1C-7115-D268E76C0797}"/>
                </a:ext>
              </a:extLst>
            </p:cNvPr>
            <p:cNvSpPr/>
            <p:nvPr/>
          </p:nvSpPr>
          <p:spPr>
            <a:xfrm>
              <a:off x="7080949" y="3951469"/>
              <a:ext cx="8268823" cy="5171617"/>
            </a:xfrm>
            <a:prstGeom prst="triangle">
              <a:avLst/>
            </a:prstGeom>
            <a:gradFill>
              <a:gsLst>
                <a:gs pos="0">
                  <a:srgbClr val="77787B">
                    <a:alpha val="50000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0905921B-2870-BE74-2B21-9FBCC81F89B5}"/>
                </a:ext>
              </a:extLst>
            </p:cNvPr>
            <p:cNvSpPr/>
            <p:nvPr/>
          </p:nvSpPr>
          <p:spPr>
            <a:xfrm>
              <a:off x="1362414" y="652144"/>
              <a:ext cx="10564658" cy="6607514"/>
            </a:xfrm>
            <a:prstGeom prst="triangle">
              <a:avLst/>
            </a:prstGeom>
            <a:gradFill>
              <a:gsLst>
                <a:gs pos="0">
                  <a:srgbClr val="77787B">
                    <a:alpha val="50467"/>
                  </a:srgbClr>
                </a:gs>
                <a:gs pos="100000">
                  <a:srgbClr val="48484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DE19E56F-41B6-BA88-1398-216721B7AF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8538" y="4295051"/>
            <a:ext cx="4319850" cy="30079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0A607E-3A18-03AF-635C-502FCF9C89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8537" y="4538083"/>
            <a:ext cx="4319851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3AA7463D-76F4-DD17-05E2-4B4AC5C38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8537" y="4845629"/>
            <a:ext cx="4319851" cy="460077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7F15E5-975F-ED59-99AF-23B54444B361}"/>
              </a:ext>
            </a:extLst>
          </p:cNvPr>
          <p:cNvSpPr txBox="1"/>
          <p:nvPr userDrawn="1"/>
        </p:nvSpPr>
        <p:spPr>
          <a:xfrm>
            <a:off x="1616146" y="3740912"/>
            <a:ext cx="1309632" cy="30777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EC8B1F"/>
                </a:solidFill>
              </a:rPr>
              <a:t>Contacts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818F19F7-DE6B-739E-C681-BAC240351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36134" y="4298055"/>
            <a:ext cx="4319850" cy="30079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PROJECT MANAGER NAME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E4B80493-0F21-5E47-9839-36FC66CC63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36133" y="4541087"/>
            <a:ext cx="4319851" cy="27627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>
              <a:buNone/>
              <a:defRPr sz="1200">
                <a:solidFill>
                  <a:srgbClr val="EC8B1F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D0D6816F-4237-8AFF-2FA3-20A430AF1C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36133" y="4848633"/>
            <a:ext cx="4319851" cy="460077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Email</a:t>
            </a:r>
            <a:br>
              <a:rPr lang="en-US"/>
            </a:br>
            <a:r>
              <a:rPr lang="en-US"/>
              <a:t>Phone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EE3318-FFFB-2C43-7B14-ED77132A37A4}"/>
              </a:ext>
            </a:extLst>
          </p:cNvPr>
          <p:cNvSpPr txBox="1"/>
          <p:nvPr userDrawn="1"/>
        </p:nvSpPr>
        <p:spPr>
          <a:xfrm>
            <a:off x="7651798" y="5923336"/>
            <a:ext cx="3392512" cy="350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sz="1400" b="1" spc="100">
                <a:solidFill>
                  <a:schemeClr val="tx1"/>
                </a:solidFill>
                <a:latin typeface="Arial"/>
                <a:cs typeface="Arial"/>
              </a:rPr>
              <a:t>www.rsginc.com</a:t>
            </a:r>
          </a:p>
          <a:p>
            <a:pPr algn="r" defTabSz="914608">
              <a:tabLst>
                <a:tab pos="4665639" algn="l"/>
              </a:tabLst>
            </a:pPr>
            <a:endParaRPr lang="en-US" sz="1400" spc="100">
              <a:solidFill>
                <a:schemeClr val="bg2"/>
              </a:solidFill>
              <a:latin typeface="Arial"/>
              <a:cs typeface="Arial"/>
            </a:endParaRPr>
          </a:p>
        </p:txBody>
      </p:sp>
      <p:pic>
        <p:nvPicPr>
          <p:cNvPr id="3" name="Picture 2" descr="A black and grey letter&#10;&#10;Description automatically generated">
            <a:extLst>
              <a:ext uri="{FF2B5EF4-FFF2-40B4-BE49-F238E27FC236}">
                <a16:creationId xmlns:a16="http://schemas.microsoft.com/office/drawing/2014/main" id="{ED6C8B63-E460-87D8-01DA-ACF495D083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1376" y="2684307"/>
            <a:ext cx="1621249" cy="417745"/>
          </a:xfrm>
          <a:prstGeom prst="rect">
            <a:avLst/>
          </a:prstGeom>
        </p:spPr>
      </p:pic>
      <p:pic>
        <p:nvPicPr>
          <p:cNvPr id="14" name="Picture 13" descr="A map of the united states&#10;&#10;Description automatically generated">
            <a:extLst>
              <a:ext uri="{FF2B5EF4-FFF2-40B4-BE49-F238E27FC236}">
                <a16:creationId xmlns:a16="http://schemas.microsoft.com/office/drawing/2014/main" id="{61B001D2-F756-258F-F077-D9ADE3F3F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53"/>
          <a:stretch/>
        </p:blipFill>
        <p:spPr>
          <a:xfrm>
            <a:off x="5536133" y="0"/>
            <a:ext cx="6196776" cy="445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15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0B9E1-6A86-55B9-F075-3E75A0632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19794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 / Italics</a:t>
            </a:r>
          </a:p>
          <a:p>
            <a:pPr lvl="4"/>
            <a:r>
              <a:rPr lang="en-US"/>
              <a:t>Fifth Level</a:t>
            </a:r>
          </a:p>
          <a:p>
            <a:pPr lvl="3"/>
            <a:endParaRPr lang="en-US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0A2E575F-900B-BD64-2189-7F1A9C9CE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67232" y="6350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smtClean="0">
                <a:solidFill>
                  <a:srgbClr val="77787B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90E6FB74-FA1E-D13B-0D4C-55FEC531E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black and grey letter&#10;&#10;Description automatically generated">
            <a:extLst>
              <a:ext uri="{FF2B5EF4-FFF2-40B4-BE49-F238E27FC236}">
                <a16:creationId xmlns:a16="http://schemas.microsoft.com/office/drawing/2014/main" id="{CA19190E-19DB-95C5-51EC-1F955EA3ED71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38200" y="6444237"/>
            <a:ext cx="759619" cy="19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13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9" r:id="rId3"/>
    <p:sldLayoutId id="2147483698" r:id="rId4"/>
    <p:sldLayoutId id="2147483717" r:id="rId5"/>
    <p:sldLayoutId id="2147483718" r:id="rId6"/>
    <p:sldLayoutId id="2147483719" r:id="rId7"/>
    <p:sldLayoutId id="2147483741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rgbClr val="48484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2880" indent="-182880" algn="l" defTabSz="914400" rtl="0" eaLnBrk="1" fontAlgn="ctr" latinLnBrk="0" hangingPunct="1">
        <a:lnSpc>
          <a:spcPct val="110000"/>
        </a:lnSpc>
        <a:spcBef>
          <a:spcPts val="1000"/>
        </a:spcBef>
        <a:buClr>
          <a:srgbClr val="48484A"/>
        </a:buClr>
        <a:buSzPct val="150000"/>
        <a:buFont typeface="Arial" panose="020B0604020202020204" pitchFamily="34" charset="0"/>
        <a:buChar char="•"/>
        <a:defRPr sz="1200" b="0" i="0" kern="1200">
          <a:solidFill>
            <a:srgbClr val="48484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65760" indent="-182880" algn="l" defTabSz="914400" rtl="0" eaLnBrk="1" fontAlgn="ctr" latinLnBrk="0" hangingPunct="1">
        <a:lnSpc>
          <a:spcPct val="110000"/>
        </a:lnSpc>
        <a:spcBef>
          <a:spcPts val="500"/>
        </a:spcBef>
        <a:buClr>
          <a:srgbClr val="48484A"/>
        </a:buClr>
        <a:buSzPct val="100000"/>
        <a:buFont typeface="System Font Regular"/>
        <a:buChar char="–"/>
        <a:defRPr sz="1200" b="0" i="0" kern="1200">
          <a:solidFill>
            <a:srgbClr val="48484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8640" indent="-182880" algn="l" defTabSz="914400" rtl="0" eaLnBrk="1" fontAlgn="ctr" latinLnBrk="0" hangingPunct="1">
        <a:lnSpc>
          <a:spcPct val="110000"/>
        </a:lnSpc>
        <a:spcBef>
          <a:spcPts val="500"/>
        </a:spcBef>
        <a:buClr>
          <a:srgbClr val="48484A"/>
        </a:buClr>
        <a:buSzPct val="100000"/>
        <a:buFont typeface="Courier New" panose="02070309020205020404" pitchFamily="49" charset="0"/>
        <a:buChar char="o"/>
        <a:defRPr sz="1200" b="0" i="0" kern="1200">
          <a:solidFill>
            <a:srgbClr val="48484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48640" indent="0" algn="l" defTabSz="914400" rtl="0" eaLnBrk="1" fontAlgn="ctr" latinLnBrk="0" hangingPunct="1">
        <a:lnSpc>
          <a:spcPct val="110000"/>
        </a:lnSpc>
        <a:spcBef>
          <a:spcPts val="500"/>
        </a:spcBef>
        <a:buClr>
          <a:srgbClr val="48484A"/>
        </a:buClr>
        <a:buSzPct val="100000"/>
        <a:buFontTx/>
        <a:buNone/>
        <a:defRPr sz="1200" b="0" i="1" kern="1200">
          <a:solidFill>
            <a:srgbClr val="48484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31520" indent="-182880" algn="l" defTabSz="914400" rtl="0" eaLnBrk="1" fontAlgn="ctr" latinLnBrk="0" hangingPunct="1">
        <a:lnSpc>
          <a:spcPct val="110000"/>
        </a:lnSpc>
        <a:spcBef>
          <a:spcPts val="500"/>
        </a:spcBef>
        <a:buClr>
          <a:srgbClr val="48484A"/>
        </a:buClr>
        <a:buSzPct val="100000"/>
        <a:buFont typeface="Wingdings" pitchFamily="2" charset="2"/>
        <a:buChar char="§"/>
        <a:defRPr sz="1200" b="0" i="0" kern="1200">
          <a:solidFill>
            <a:srgbClr val="48484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336" userDrawn="1">
          <p15:clr>
            <a:srgbClr val="A4A3A4"/>
          </p15:clr>
        </p15:guide>
        <p15:guide id="4" orient="horz" pos="408" userDrawn="1">
          <p15:clr>
            <a:srgbClr val="A4A3A4"/>
          </p15:clr>
        </p15:guide>
        <p15:guide id="5" orient="horz" pos="720" userDrawn="1">
          <p15:clr>
            <a:srgbClr val="5ACBF0"/>
          </p15:clr>
        </p15:guide>
        <p15:guide id="6" orient="horz" pos="1008" userDrawn="1">
          <p15:clr>
            <a:srgbClr val="5ACBF0"/>
          </p15:clr>
        </p15:guide>
        <p15:guide id="7" orient="horz" pos="1296" userDrawn="1">
          <p15:clr>
            <a:srgbClr val="5ACBF0"/>
          </p15:clr>
        </p15:guide>
        <p15:guide id="8" orient="horz" pos="1584" userDrawn="1">
          <p15:clr>
            <a:srgbClr val="5ACBF0"/>
          </p15:clr>
        </p15:guide>
        <p15:guide id="9" orient="horz" pos="1872" userDrawn="1">
          <p15:clr>
            <a:srgbClr val="5ACBF0"/>
          </p15:clr>
        </p15:guide>
        <p15:guide id="10" orient="horz" pos="2448" userDrawn="1">
          <p15:clr>
            <a:srgbClr val="5ACBF0"/>
          </p15:clr>
        </p15:guide>
        <p15:guide id="11" orient="horz" pos="2736" userDrawn="1">
          <p15:clr>
            <a:srgbClr val="5ACBF0"/>
          </p15:clr>
        </p15:guide>
        <p15:guide id="12" orient="horz" pos="3024" userDrawn="1">
          <p15:clr>
            <a:srgbClr val="5ACBF0"/>
          </p15:clr>
        </p15:guide>
        <p15:guide id="13" orient="horz" pos="3312" userDrawn="1">
          <p15:clr>
            <a:srgbClr val="5ACBF0"/>
          </p15:clr>
        </p15:guide>
        <p15:guide id="14" orient="horz" pos="3600" userDrawn="1">
          <p15:clr>
            <a:srgbClr val="5ACBF0"/>
          </p15:clr>
        </p15:guide>
        <p15:guide id="15" orient="horz" pos="3888" userDrawn="1">
          <p15:clr>
            <a:srgbClr val="A4A3A4"/>
          </p15:clr>
        </p15:guide>
        <p15:guide id="16" pos="528" userDrawn="1">
          <p15:clr>
            <a:srgbClr val="A4A3A4"/>
          </p15:clr>
        </p15:guide>
        <p15:guide id="17" pos="7152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0B9E1-6A86-55B9-F075-3E75A0632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19794"/>
            <a:ext cx="10515600" cy="1616020"/>
          </a:xfrm>
          <a:prstGeom prst="rect">
            <a:avLst/>
          </a:prstGeom>
        </p:spPr>
        <p:txBody>
          <a:bodyPr vert="horz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3"/>
            <a:endParaRPr lang="en-US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0A2E575F-900B-BD64-2189-7F1A9C9CE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67232" y="6350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smtClean="0">
                <a:solidFill>
                  <a:srgbClr val="77787B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90E6FB74-FA1E-D13B-0D4C-55FEC531E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0153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black and grey letter&#10;&#10;Description automatically generated">
            <a:extLst>
              <a:ext uri="{FF2B5EF4-FFF2-40B4-BE49-F238E27FC236}">
                <a16:creationId xmlns:a16="http://schemas.microsoft.com/office/drawing/2014/main" id="{50BA6AF2-5550-0278-E0C5-58B9A4D616E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38200" y="6444237"/>
            <a:ext cx="759619" cy="19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0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20" r:id="rId5"/>
    <p:sldLayoutId id="214748372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rgbClr val="48484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2880" indent="-182880" algn="l" defTabSz="914400" rtl="0" eaLnBrk="1" fontAlgn="ctr" latinLnBrk="0" hangingPunct="1">
        <a:lnSpc>
          <a:spcPct val="110000"/>
        </a:lnSpc>
        <a:spcBef>
          <a:spcPts val="1000"/>
        </a:spcBef>
        <a:buClr>
          <a:srgbClr val="EC8B1F"/>
        </a:buClr>
        <a:buSzPct val="250000"/>
        <a:buFont typeface="Arial" panose="020B0604020202020204" pitchFamily="34" charset="0"/>
        <a:buChar char="•"/>
        <a:defRPr sz="1200" b="1" i="0" kern="1200">
          <a:solidFill>
            <a:srgbClr val="48484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65760" indent="-182880" algn="l" defTabSz="914400" rtl="0" eaLnBrk="1" latinLnBrk="0" hangingPunct="1">
        <a:lnSpc>
          <a:spcPct val="110000"/>
        </a:lnSpc>
        <a:spcBef>
          <a:spcPts val="500"/>
        </a:spcBef>
        <a:buClr>
          <a:srgbClr val="EC8B1F"/>
        </a:buClr>
        <a:buSzPct val="125000"/>
        <a:buFont typeface="System Font Regular"/>
        <a:buChar char="–"/>
        <a:defRPr sz="1200" b="1" i="0" kern="1200">
          <a:solidFill>
            <a:srgbClr val="48484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8640" indent="-182880" algn="l" defTabSz="914400" rtl="0" eaLnBrk="1" latinLnBrk="0" hangingPunct="1">
        <a:lnSpc>
          <a:spcPct val="110000"/>
        </a:lnSpc>
        <a:spcBef>
          <a:spcPts val="500"/>
        </a:spcBef>
        <a:buClr>
          <a:srgbClr val="EC8B1F"/>
        </a:buClr>
        <a:buSzPct val="125000"/>
        <a:buFont typeface="Courier New" panose="02070309020205020404" pitchFamily="49" charset="0"/>
        <a:buChar char="o"/>
        <a:defRPr sz="1200" b="1" i="0" kern="1200">
          <a:solidFill>
            <a:srgbClr val="48484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48640" indent="0" algn="l" defTabSz="914400" rtl="0" eaLnBrk="1" latinLnBrk="0" hangingPunct="1">
        <a:lnSpc>
          <a:spcPct val="110000"/>
        </a:lnSpc>
        <a:spcBef>
          <a:spcPts val="500"/>
        </a:spcBef>
        <a:buClr>
          <a:srgbClr val="48484A"/>
        </a:buClr>
        <a:buSzPct val="100000"/>
        <a:buFontTx/>
        <a:buNone/>
        <a:defRPr sz="1200" b="1" i="1" kern="1200">
          <a:solidFill>
            <a:srgbClr val="48484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rgbClr val="EC8B1F"/>
        </a:buClr>
        <a:buSzPct val="125000"/>
        <a:buFont typeface="Wingdings" pitchFamily="2" charset="2"/>
        <a:buChar char="§"/>
        <a:defRPr sz="1200" b="1" i="0" kern="1200">
          <a:solidFill>
            <a:srgbClr val="48484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336" userDrawn="1">
          <p15:clr>
            <a:srgbClr val="A4A3A4"/>
          </p15:clr>
        </p15:guide>
        <p15:guide id="4" orient="horz" pos="408" userDrawn="1">
          <p15:clr>
            <a:srgbClr val="A4A3A4"/>
          </p15:clr>
        </p15:guide>
        <p15:guide id="5" orient="horz" pos="720" userDrawn="1">
          <p15:clr>
            <a:srgbClr val="5ACBF0"/>
          </p15:clr>
        </p15:guide>
        <p15:guide id="6" orient="horz" pos="1008" userDrawn="1">
          <p15:clr>
            <a:srgbClr val="5ACBF0"/>
          </p15:clr>
        </p15:guide>
        <p15:guide id="7" orient="horz" pos="1296" userDrawn="1">
          <p15:clr>
            <a:srgbClr val="5ACBF0"/>
          </p15:clr>
        </p15:guide>
        <p15:guide id="8" orient="horz" pos="1584" userDrawn="1">
          <p15:clr>
            <a:srgbClr val="5ACBF0"/>
          </p15:clr>
        </p15:guide>
        <p15:guide id="9" orient="horz" pos="1872" userDrawn="1">
          <p15:clr>
            <a:srgbClr val="5ACBF0"/>
          </p15:clr>
        </p15:guide>
        <p15:guide id="10" orient="horz" pos="2448" userDrawn="1">
          <p15:clr>
            <a:srgbClr val="5ACBF0"/>
          </p15:clr>
        </p15:guide>
        <p15:guide id="11" orient="horz" pos="2736" userDrawn="1">
          <p15:clr>
            <a:srgbClr val="5ACBF0"/>
          </p15:clr>
        </p15:guide>
        <p15:guide id="12" orient="horz" pos="3024" userDrawn="1">
          <p15:clr>
            <a:srgbClr val="5ACBF0"/>
          </p15:clr>
        </p15:guide>
        <p15:guide id="13" orient="horz" pos="3312" userDrawn="1">
          <p15:clr>
            <a:srgbClr val="5ACBF0"/>
          </p15:clr>
        </p15:guide>
        <p15:guide id="14" orient="horz" pos="3600" userDrawn="1">
          <p15:clr>
            <a:srgbClr val="5ACBF0"/>
          </p15:clr>
        </p15:guide>
        <p15:guide id="15" orient="horz" pos="3888" userDrawn="1">
          <p15:clr>
            <a:srgbClr val="A4A3A4"/>
          </p15:clr>
        </p15:guide>
        <p15:guide id="16" pos="528" userDrawn="1">
          <p15:clr>
            <a:srgbClr val="A4A3A4"/>
          </p15:clr>
        </p15:guide>
        <p15:guide id="17" pos="7152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FD99A527-0A70-630C-C769-031DE1DD1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67232" y="6350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smtClean="0">
                <a:solidFill>
                  <a:srgbClr val="77787B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966B57F-B3E2-C616-61D4-68061F982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5940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10000"/>
        </a:lnSpc>
        <a:spcBef>
          <a:spcPts val="10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FD99A527-0A70-630C-C769-031DE1DD1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67232" y="6350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smtClean="0">
                <a:solidFill>
                  <a:srgbClr val="77787B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966B57F-B3E2-C616-61D4-68061F982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3694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1400"/>
        </a:lnSpc>
        <a:spcBef>
          <a:spcPts val="10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FD99A527-0A70-630C-C769-031DE1DD1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67232" y="6350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smtClean="0">
                <a:solidFill>
                  <a:srgbClr val="77787B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966B57F-B3E2-C616-61D4-68061F982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0052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1400"/>
        </a:lnSpc>
        <a:spcBef>
          <a:spcPts val="10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FD99A527-0A70-630C-C769-031DE1DD1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67232" y="6350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smtClean="0">
                <a:solidFill>
                  <a:srgbClr val="77787B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4510120-A876-4642-B753-556A5424CA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966B57F-B3E2-C616-61D4-68061F982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448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1400"/>
        </a:lnSpc>
        <a:spcBef>
          <a:spcPts val="10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lnSpc>
          <a:spcPts val="14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CBAB47C-0AAE-E874-5FF8-511F656EFA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474C25-95FC-1E77-70DC-9DBB9542F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6477"/>
            <a:ext cx="5441830" cy="1231106"/>
          </a:xfrm>
        </p:spPr>
        <p:txBody>
          <a:bodyPr/>
          <a:lstStyle/>
          <a:p>
            <a:r>
              <a:rPr lang="en-US"/>
              <a:t>SCOG Travel Demand Model Update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0E6A9-6096-A7ED-71C4-9889FC3156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April 29, 2026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7720A-423C-DF4E-FD09-6578F684E1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Robert Wertman and Michael McCarthy</a:t>
            </a:r>
          </a:p>
        </p:txBody>
      </p:sp>
    </p:spTree>
    <p:extLst>
      <p:ext uri="{BB962C8B-B14F-4D97-AF65-F5344CB8AC3E}">
        <p14:creationId xmlns:p14="http://schemas.microsoft.com/office/powerpoint/2010/main" val="2372870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86BCB-5C6D-17F2-229C-0AAD67EB7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577C9-4F54-A2BB-4A21-2C7C01A0FD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b="1">
                <a:solidFill>
                  <a:schemeClr val="tx1"/>
                </a:solidFill>
              </a:rPr>
              <a:t>Model Overview</a:t>
            </a:r>
          </a:p>
          <a:p>
            <a:r>
              <a:rPr lang="en-US" sz="2000" b="1">
                <a:solidFill>
                  <a:schemeClr val="tx1"/>
                </a:solidFill>
              </a:rPr>
              <a:t>What’s New?</a:t>
            </a:r>
          </a:p>
          <a:p>
            <a:r>
              <a:rPr lang="en-US" sz="2000" b="1">
                <a:solidFill>
                  <a:schemeClr val="tx1"/>
                </a:solidFill>
              </a:rPr>
              <a:t>Model Specifications</a:t>
            </a:r>
          </a:p>
          <a:p>
            <a:r>
              <a:rPr lang="en-US" sz="2000" b="1">
                <a:solidFill>
                  <a:schemeClr val="tx1"/>
                </a:solidFill>
              </a:rPr>
              <a:t>Model Scenarios and Outputs</a:t>
            </a:r>
          </a:p>
          <a:p>
            <a:r>
              <a:rPr lang="en-US" sz="2000" b="1">
                <a:solidFill>
                  <a:schemeClr val="tx1"/>
                </a:solidFill>
              </a:rPr>
              <a:t>Possible Future Improvements</a:t>
            </a:r>
          </a:p>
          <a:p>
            <a:r>
              <a:rPr lang="en-US" sz="2000" b="1">
                <a:solidFill>
                  <a:schemeClr val="tx1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440114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2C0BCB7-059E-6F8C-42FD-52FDD52E9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945" y="615043"/>
            <a:ext cx="10504855" cy="270843"/>
          </a:xfrm>
        </p:spPr>
        <p:txBody>
          <a:bodyPr/>
          <a:lstStyle/>
          <a:p>
            <a:r>
              <a:rPr lang="en-US"/>
              <a:t>SCOG Travel Demand Model Update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AAF107-2006-82B0-6BE7-C4CD7A96A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49ADD-3B6C-290D-6F08-F4930CDE05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33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06E9-5619-7A4D-2481-BA6F9E6A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3-step Aggregate Travel Demand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DE34F-6067-FAD6-FFEB-AD3135B6F2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1600"/>
              <a:t>Aggregate, trip-based, 3-step design</a:t>
            </a:r>
          </a:p>
          <a:p>
            <a:r>
              <a:rPr lang="en-US" sz="1600" b="1">
                <a:solidFill>
                  <a:schemeClr val="bg2"/>
                </a:solidFill>
              </a:rPr>
              <a:t>Generates</a:t>
            </a:r>
            <a:r>
              <a:rPr lang="en-US" sz="1600"/>
              <a:t> passenger trips at a zone level for cross-classified households, influenced by a new household </a:t>
            </a:r>
            <a:r>
              <a:rPr lang="en-US" sz="1600" err="1"/>
              <a:t>submodel</a:t>
            </a:r>
            <a:r>
              <a:rPr lang="en-US" sz="1600"/>
              <a:t> </a:t>
            </a:r>
          </a:p>
          <a:p>
            <a:r>
              <a:rPr lang="en-US" sz="1600" b="1">
                <a:solidFill>
                  <a:schemeClr val="accent1"/>
                </a:solidFill>
              </a:rPr>
              <a:t>Distributes</a:t>
            </a:r>
            <a:r>
              <a:rPr lang="en-US" sz="1600"/>
              <a:t> trips using gravity models</a:t>
            </a:r>
          </a:p>
          <a:p>
            <a:r>
              <a:rPr lang="en-US" sz="1600" b="1">
                <a:solidFill>
                  <a:schemeClr val="accent3"/>
                </a:solidFill>
              </a:rPr>
              <a:t>Assigns</a:t>
            </a:r>
            <a:r>
              <a:rPr lang="en-US" sz="1600"/>
              <a:t> vehicle trips to the road network with a user equilibrium algorithm in </a:t>
            </a:r>
            <a:r>
              <a:rPr lang="en-US" sz="1600" b="1"/>
              <a:t>PTV </a:t>
            </a:r>
            <a:r>
              <a:rPr lang="en-US" sz="1600" b="1" err="1"/>
              <a:t>Visum</a:t>
            </a:r>
            <a:r>
              <a:rPr lang="en-US" sz="1600" b="1"/>
              <a:t> 2024 </a:t>
            </a:r>
            <a:r>
              <a:rPr lang="en-US" sz="1600"/>
              <a:t>software</a:t>
            </a:r>
          </a:p>
          <a:p>
            <a:r>
              <a:rPr lang="en-US" sz="1600"/>
              <a:t>The model is calibrated to a </a:t>
            </a:r>
            <a:r>
              <a:rPr lang="en-US" sz="1600" b="1"/>
              <a:t>2022 Base Year </a:t>
            </a:r>
            <a:r>
              <a:rPr lang="en-US" sz="1600"/>
              <a:t>and predicts future travel demand for </a:t>
            </a:r>
            <a:r>
              <a:rPr lang="en-US" sz="1600" b="1"/>
              <a:t>2045 and 2050 scenarios</a:t>
            </a:r>
          </a:p>
          <a:p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1246354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92553-384E-1A23-38A8-AFB7AC8FC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Zone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3A7DA-FD5C-D3C2-ACBC-DBF1D2A0C9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600200"/>
            <a:ext cx="3212689" cy="4370387"/>
          </a:xfrm>
        </p:spPr>
        <p:txBody>
          <a:bodyPr>
            <a:normAutofit/>
          </a:bodyPr>
          <a:lstStyle/>
          <a:p>
            <a:r>
              <a:rPr lang="en-US" sz="1400"/>
              <a:t>Transportation Analysis Zone (TAZ) system developed by SCOG</a:t>
            </a:r>
          </a:p>
          <a:p>
            <a:pPr lvl="1"/>
            <a:endParaRPr lang="en-US" sz="1400"/>
          </a:p>
          <a:p>
            <a:r>
              <a:rPr lang="en-US" sz="1400"/>
              <a:t>Ensures that </a:t>
            </a:r>
            <a:r>
              <a:rPr lang="en-US" sz="1400" b="1">
                <a:solidFill>
                  <a:schemeClr val="accent1"/>
                </a:solidFill>
              </a:rPr>
              <a:t>zones</a:t>
            </a:r>
            <a:r>
              <a:rPr lang="en-US" sz="1400"/>
              <a:t> (blue) nest into </a:t>
            </a:r>
            <a:r>
              <a:rPr lang="en-US" sz="1400" b="1">
                <a:solidFill>
                  <a:schemeClr val="accent4">
                    <a:lumMod val="75000"/>
                  </a:schemeClr>
                </a:solidFill>
              </a:rPr>
              <a:t>Census Tracts </a:t>
            </a:r>
            <a:r>
              <a:rPr lang="en-US" sz="1400"/>
              <a:t>(yellow dash) for better comparison and validation to the Decennial Census and American Community Survey (ACS)</a:t>
            </a:r>
          </a:p>
          <a:p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93560E-8ADE-A1C3-4E17-240B38EA4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421416"/>
            <a:ext cx="7583667" cy="472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98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3D3C-FE2A-98DE-BDCC-2B5AC41D5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7347"/>
            <a:ext cx="10515600" cy="480131"/>
          </a:xfrm>
        </p:spPr>
        <p:txBody>
          <a:bodyPr/>
          <a:lstStyle/>
          <a:p>
            <a:r>
              <a:rPr lang="en-US"/>
              <a:t>Road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5E4B1-67DF-C463-8AC0-A0E8D272EE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600200"/>
            <a:ext cx="2249128" cy="4370387"/>
          </a:xfrm>
        </p:spPr>
        <p:txBody>
          <a:bodyPr>
            <a:normAutofit/>
          </a:bodyPr>
          <a:lstStyle/>
          <a:p>
            <a:r>
              <a:rPr lang="en-US" sz="1400"/>
              <a:t>Network represents I-5 and State Routes, Arterials and Collectors, and some local roads where appropriate with zone densities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91A2FD-CBE4-9007-86BB-857B4AA3D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483" y="1422823"/>
            <a:ext cx="8524567" cy="472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730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0C2B4-AB05-9B9C-03E6-06E5B497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BB7E-602C-966D-F7B8-F073FF6A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Road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29853-4767-C0DB-6A5A-E130D9CF4E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465006"/>
            <a:ext cx="5080818" cy="4505582"/>
          </a:xfrm>
        </p:spPr>
        <p:txBody>
          <a:bodyPr>
            <a:normAutofit/>
          </a:bodyPr>
          <a:lstStyle/>
          <a:p>
            <a:r>
              <a:rPr lang="en-US" sz="1400" b="1"/>
              <a:t>Centroid Connectors </a:t>
            </a:r>
            <a:r>
              <a:rPr lang="en-US" sz="1400"/>
              <a:t>(shown in Mount Vernon) load traffic to/from zones onto the road network, using shortest paths</a:t>
            </a:r>
            <a:endParaRPr lang="en-US" sz="1400" b="1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21A98F9-DFC9-ED7C-7839-3E17A9C1FC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0" r="28965"/>
          <a:stretch>
            <a:fillRect/>
          </a:stretch>
        </p:blipFill>
        <p:spPr bwMode="auto">
          <a:xfrm>
            <a:off x="6044902" y="1029930"/>
            <a:ext cx="5308897" cy="5267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9274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DEF6-7A23-D4C5-77FF-11F702F2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C8D53-7AD2-8E67-62E8-4E7204206B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1600" b="1"/>
              <a:t>Household Travel Survey </a:t>
            </a:r>
            <a:r>
              <a:rPr lang="en-US" sz="1600"/>
              <a:t>(</a:t>
            </a:r>
            <a:r>
              <a:rPr lang="en-US" sz="1600" err="1"/>
              <a:t>RSG</a:t>
            </a:r>
            <a:r>
              <a:rPr lang="en-US" sz="1600"/>
              <a:t>) with 672 households and 1,343 people in Skagit County collected between October 5 and December 2, 2021</a:t>
            </a:r>
          </a:p>
          <a:p>
            <a:r>
              <a:rPr lang="en-US" sz="1600" b="1"/>
              <a:t>Traffic counts </a:t>
            </a:r>
            <a:r>
              <a:rPr lang="en-US" sz="1600"/>
              <a:t>collected by WSDOT and SCOG</a:t>
            </a:r>
          </a:p>
          <a:p>
            <a:r>
              <a:rPr lang="en-US" sz="1600" b="1"/>
              <a:t>Socioeconomic projections </a:t>
            </a:r>
            <a:r>
              <a:rPr lang="en-US" sz="1600"/>
              <a:t>from CAI</a:t>
            </a:r>
          </a:p>
          <a:p>
            <a:r>
              <a:rPr lang="en-US" sz="1600" b="1"/>
              <a:t>Replica Northwest model</a:t>
            </a:r>
          </a:p>
          <a:p>
            <a:r>
              <a:rPr lang="en-US" sz="1600" b="1"/>
              <a:t>U.S. Census Bureau </a:t>
            </a:r>
            <a:r>
              <a:rPr lang="en-US" sz="1600"/>
              <a:t>American Community Survey (ACS) and Public Use Microdata Sample (</a:t>
            </a:r>
            <a:r>
              <a:rPr lang="en-US" sz="1600" err="1"/>
              <a:t>PUMS</a:t>
            </a:r>
            <a:r>
              <a:rPr lang="en-US" sz="160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949578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9D03F-0CA3-AA0D-B565-009CC4E84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6149EE1-B493-4111-75D4-9859C794F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945" y="615043"/>
            <a:ext cx="10504855" cy="270843"/>
          </a:xfrm>
        </p:spPr>
        <p:txBody>
          <a:bodyPr/>
          <a:lstStyle/>
          <a:p>
            <a:r>
              <a:rPr lang="en-US"/>
              <a:t>SCOG Travel Demand Model Update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CBA2F6-F985-933A-05E3-2EFE3B83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New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9B074-F723-75ED-6BC4-9F338BB3FD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04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B3BF-D9E0-10A9-17D7-530E97EC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Manager Interface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B70B2-D9FC-CC63-C690-95899DE1DE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353312"/>
            <a:ext cx="5010665" cy="338554"/>
          </a:xfrm>
        </p:spPr>
        <p:txBody>
          <a:bodyPr/>
          <a:lstStyle/>
          <a:p>
            <a:r>
              <a:rPr lang="en-US"/>
              <a:t>Prior Model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77605-6800-EA33-D065-07A2457389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4928"/>
            <a:ext cx="5010665" cy="4370387"/>
          </a:xfrm>
        </p:spPr>
        <p:txBody>
          <a:bodyPr>
            <a:normAutofit/>
          </a:bodyPr>
          <a:lstStyle/>
          <a:p>
            <a:r>
              <a:rPr lang="en-US" sz="1400"/>
              <a:t>Generated trips were copied from Excel workbook into </a:t>
            </a:r>
            <a:r>
              <a:rPr lang="en-US" sz="1400" err="1"/>
              <a:t>Visum</a:t>
            </a:r>
            <a:r>
              <a:rPr lang="en-US" sz="1400"/>
              <a:t> before running distribution and assignment via procedure sequence</a:t>
            </a:r>
          </a:p>
          <a:p>
            <a:r>
              <a:rPr lang="en-US" sz="1400"/>
              <a:t>Base and Future networks were maintained in separate version files, i.e. a change in the Base year would not automatically carry forward to future scenarios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A25E90-5614-4334-8F32-9B0000C81C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9314" y="1353312"/>
            <a:ext cx="5010665" cy="338554"/>
          </a:xfrm>
        </p:spPr>
        <p:txBody>
          <a:bodyPr/>
          <a:lstStyle/>
          <a:p>
            <a:r>
              <a:rPr lang="en-US"/>
              <a:t>New Model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819805-ECCF-E2B2-5340-68F842997C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49314" y="1824928"/>
            <a:ext cx="5010665" cy="4370387"/>
          </a:xfrm>
        </p:spPr>
        <p:txBody>
          <a:bodyPr>
            <a:normAutofit/>
          </a:bodyPr>
          <a:lstStyle/>
          <a:p>
            <a:r>
              <a:rPr lang="en-US" sz="1400"/>
              <a:t>Utilizes </a:t>
            </a:r>
            <a:r>
              <a:rPr lang="en-US" sz="1400" err="1"/>
              <a:t>Visum’s</a:t>
            </a:r>
            <a:r>
              <a:rPr lang="en-US" sz="1400"/>
              <a:t> Scenario Manager</a:t>
            </a:r>
          </a:p>
          <a:p>
            <a:r>
              <a:rPr lang="en-US" sz="1400"/>
              <a:t>Future scenarios are defined by a combination of modifications and are built on-the-fly on top of the Base year conditions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31A04D-C732-996C-19AF-B3C2D42304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163"/>
          <a:stretch>
            <a:fillRect/>
          </a:stretch>
        </p:blipFill>
        <p:spPr>
          <a:xfrm>
            <a:off x="6343137" y="3163516"/>
            <a:ext cx="5241168" cy="3452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95ACED-A89F-0CCF-FBA3-A204609B0A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191"/>
          <a:stretch>
            <a:fillRect/>
          </a:stretch>
        </p:blipFill>
        <p:spPr>
          <a:xfrm>
            <a:off x="877741" y="3497847"/>
            <a:ext cx="4539859" cy="2573770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74C48B52-D9F7-33CF-30F8-6C47B9CB9E7D}"/>
              </a:ext>
            </a:extLst>
          </p:cNvPr>
          <p:cNvSpPr/>
          <p:nvPr/>
        </p:nvSpPr>
        <p:spPr>
          <a:xfrm>
            <a:off x="5742432" y="4828032"/>
            <a:ext cx="376379" cy="338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98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0126-9FC8-F0D4-F206-82016BF3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Household </a:t>
            </a:r>
            <a:r>
              <a:rPr lang="en-US" err="1"/>
              <a:t>Submodels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3D08B-9A42-A31D-BE23-35FBFA841A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600200"/>
            <a:ext cx="6394703" cy="4370387"/>
          </a:xfrm>
        </p:spPr>
        <p:txBody>
          <a:bodyPr/>
          <a:lstStyle/>
          <a:p>
            <a:r>
              <a:rPr lang="en-US" sz="1400"/>
              <a:t>Previously, cross-classified households (by size and number of workers) were a direct input to the model for household trip production</a:t>
            </a:r>
          </a:p>
          <a:p>
            <a:r>
              <a:rPr lang="en-US" sz="1400"/>
              <a:t>Now, the model uses stratification curves developed from ACS data and joint distributions from </a:t>
            </a:r>
            <a:r>
              <a:rPr lang="en-US" sz="1400" err="1"/>
              <a:t>PUMS</a:t>
            </a:r>
            <a:r>
              <a:rPr lang="en-US" sz="1400"/>
              <a:t> to classify households from simpler inputs: total households, average household size, average income relative to region</a:t>
            </a:r>
          </a:p>
          <a:p>
            <a:endParaRPr lang="en-US"/>
          </a:p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862E04-4A0C-1A36-4E3A-DF0A69E586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8" t="4923"/>
          <a:stretch>
            <a:fillRect/>
          </a:stretch>
        </p:blipFill>
        <p:spPr>
          <a:xfrm>
            <a:off x="7717892" y="925285"/>
            <a:ext cx="4148057" cy="1639373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C9C40449-C72C-4F19-E559-E562937714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99273" y="3292551"/>
            <a:ext cx="5945071" cy="2953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C8FB3D-88A2-DCF7-EE3E-BF43D7F87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042" y="3299521"/>
            <a:ext cx="5216907" cy="29465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B32A7D-429A-FB2B-1FA7-C7FEA3FA3D56}"/>
              </a:ext>
            </a:extLst>
          </p:cNvPr>
          <p:cNvSpPr txBox="1"/>
          <p:nvPr/>
        </p:nvSpPr>
        <p:spPr>
          <a:xfrm>
            <a:off x="7717892" y="2564658"/>
            <a:ext cx="41633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Prior model trip generation rates for cross-classified households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83897BB-7978-7C74-96D9-C6D91FBB838E}"/>
              </a:ext>
            </a:extLst>
          </p:cNvPr>
          <p:cNvSpPr/>
          <p:nvPr/>
        </p:nvSpPr>
        <p:spPr>
          <a:xfrm rot="5400000">
            <a:off x="9229438" y="2854325"/>
            <a:ext cx="376379" cy="338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00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99308-7361-AE53-96C0-C8889F96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24A0-0FA8-F4C4-3B05-8C02E830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Household </a:t>
            </a:r>
            <a:r>
              <a:rPr lang="en-US" err="1"/>
              <a:t>Submodels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4BE79-22DC-A7D5-0184-6A32A40984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12765" y="639098"/>
            <a:ext cx="5865877" cy="4085716"/>
          </a:xfrm>
        </p:spPr>
        <p:txBody>
          <a:bodyPr/>
          <a:lstStyle/>
          <a:p>
            <a:r>
              <a:rPr lang="en-US" sz="1400"/>
              <a:t>Household Size and Income classification are fed into Multinomial Logit models for </a:t>
            </a:r>
            <a:r>
              <a:rPr lang="en-US" sz="1400" b="1"/>
              <a:t>Number of Workers </a:t>
            </a:r>
            <a:r>
              <a:rPr lang="en-US" sz="1400"/>
              <a:t>and </a:t>
            </a:r>
            <a:r>
              <a:rPr lang="en-US" sz="1400" b="1"/>
              <a:t>Vehicle Availability:</a:t>
            </a:r>
          </a:p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5739F01-BB3B-80F0-939B-AA89909D3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072622"/>
              </p:ext>
            </p:extLst>
          </p:nvPr>
        </p:nvGraphicFramePr>
        <p:xfrm>
          <a:off x="352046" y="1693290"/>
          <a:ext cx="5727191" cy="4085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906">
                  <a:extLst>
                    <a:ext uri="{9D8B030D-6E8A-4147-A177-3AD203B41FA5}">
                      <a16:colId xmlns:a16="http://schemas.microsoft.com/office/drawing/2014/main" val="3592614818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3715412656"/>
                    </a:ext>
                  </a:extLst>
                </a:gridCol>
                <a:gridCol w="962258">
                  <a:extLst>
                    <a:ext uri="{9D8B030D-6E8A-4147-A177-3AD203B41FA5}">
                      <a16:colId xmlns:a16="http://schemas.microsoft.com/office/drawing/2014/main" val="926466499"/>
                    </a:ext>
                  </a:extLst>
                </a:gridCol>
                <a:gridCol w="1102763">
                  <a:extLst>
                    <a:ext uri="{9D8B030D-6E8A-4147-A177-3AD203B41FA5}">
                      <a16:colId xmlns:a16="http://schemas.microsoft.com/office/drawing/2014/main" val="207054548"/>
                    </a:ext>
                  </a:extLst>
                </a:gridCol>
              </a:tblGrid>
              <a:tr h="326656">
                <a:tc>
                  <a:txBody>
                    <a:bodyPr/>
                    <a:lstStyle/>
                    <a:p>
                      <a:r>
                        <a:rPr lang="en-US" sz="1400"/>
                        <a:t>Number of 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 worker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37506"/>
                  </a:ext>
                </a:extLst>
              </a:tr>
              <a:tr h="5264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Alternative-specific constant (base: 0 worker)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2.93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3.68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22836"/>
                  </a:ext>
                </a:extLst>
              </a:tr>
              <a:tr h="309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Household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760873"/>
                  </a:ext>
                </a:extLst>
              </a:tr>
              <a:tr h="3266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1-person household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852024"/>
                  </a:ext>
                </a:extLst>
              </a:tr>
              <a:tr h="3266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2-person household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-2.97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480458"/>
                  </a:ext>
                </a:extLst>
              </a:tr>
              <a:tr h="3266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3-person household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-1.59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-1.85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-1.85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228260"/>
                  </a:ext>
                </a:extLst>
              </a:tr>
              <a:tr h="3266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4+-person household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772191"/>
                  </a:ext>
                </a:extLst>
              </a:tr>
              <a:tr h="309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Household 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703634"/>
                  </a:ext>
                </a:extLst>
              </a:tr>
              <a:tr h="3266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Income &lt; 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-1.84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-3.97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-9.02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048881"/>
                  </a:ext>
                </a:extLst>
              </a:tr>
              <a:tr h="3266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$25,000 ≤ Income &lt; 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-0.736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-2.01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-3.99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35242"/>
                  </a:ext>
                </a:extLst>
              </a:tr>
              <a:tr h="3266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$50,000 ≤ Income &lt; $75,000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-0.761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-1.59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250251"/>
                  </a:ext>
                </a:extLst>
              </a:tr>
              <a:tr h="3266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Income ≥ $75,000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8703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B80030B-AACA-89EF-F351-099312D90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399845"/>
              </p:ext>
            </p:extLst>
          </p:nvPr>
        </p:nvGraphicFramePr>
        <p:xfrm>
          <a:off x="6276595" y="1677078"/>
          <a:ext cx="5618222" cy="5060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805">
                  <a:extLst>
                    <a:ext uri="{9D8B030D-6E8A-4147-A177-3AD203B41FA5}">
                      <a16:colId xmlns:a16="http://schemas.microsoft.com/office/drawing/2014/main" val="3592614818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3715412656"/>
                    </a:ext>
                  </a:extLst>
                </a:gridCol>
                <a:gridCol w="1042603">
                  <a:extLst>
                    <a:ext uri="{9D8B030D-6E8A-4147-A177-3AD203B41FA5}">
                      <a16:colId xmlns:a16="http://schemas.microsoft.com/office/drawing/2014/main" val="926466499"/>
                    </a:ext>
                  </a:extLst>
                </a:gridCol>
                <a:gridCol w="976694">
                  <a:extLst>
                    <a:ext uri="{9D8B030D-6E8A-4147-A177-3AD203B41FA5}">
                      <a16:colId xmlns:a16="http://schemas.microsoft.com/office/drawing/2014/main" val="207054548"/>
                    </a:ext>
                  </a:extLst>
                </a:gridCol>
              </a:tblGrid>
              <a:tr h="324439">
                <a:tc>
                  <a:txBody>
                    <a:bodyPr/>
                    <a:lstStyle/>
                    <a:p>
                      <a:r>
                        <a:rPr lang="en-US" sz="1400"/>
                        <a:t>Number of 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 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 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 Vehicle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37506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Alternative-specific constant (base: </a:t>
                      </a:r>
                      <a:r>
                        <a:rPr lang="en-US" sz="1400" b="0" i="0" u="none" strike="noStrike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2 </a:t>
                      </a:r>
                      <a:r>
                        <a:rPr lang="en-US" sz="1400">
                          <a:solidFill>
                            <a:schemeClr val="tx2"/>
                          </a:solidFill>
                        </a:rPr>
                        <a:t>Vehicle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-1.34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22836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Household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760873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1-person household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-0.19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852024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2-person household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480458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3-person household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228260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4+-person household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1.07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772191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Household 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703634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Income &lt; 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2.01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048881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$25,000 ≤ Income &lt; 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35242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$50,000 ≤ Income &lt; $75,000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-0.58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250251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Income ≥ $75,000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87034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Vehicle Sufficiency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417497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Vehicles &lt; Workers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083430"/>
                  </a:ext>
                </a:extLst>
              </a:tr>
              <a:tr h="324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Vehicles &gt; Workers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-0.563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37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205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B418-133A-8798-D4AD-3017EE69F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External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0AD6B-6573-EFBA-54D1-2258C47D63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600200"/>
            <a:ext cx="6511833" cy="4370387"/>
          </a:xfrm>
        </p:spPr>
        <p:txBody>
          <a:bodyPr>
            <a:normAutofit/>
          </a:bodyPr>
          <a:lstStyle/>
          <a:p>
            <a:r>
              <a:rPr lang="en-US" sz="1400"/>
              <a:t>A new </a:t>
            </a:r>
            <a:r>
              <a:rPr lang="en-US" sz="1400" b="1"/>
              <a:t>External Model </a:t>
            </a:r>
            <a:r>
              <a:rPr lang="en-US" sz="1400"/>
              <a:t>automatically grows </a:t>
            </a:r>
            <a:r>
              <a:rPr lang="en-US" sz="1400" err="1"/>
              <a:t>AADT</a:t>
            </a:r>
            <a:r>
              <a:rPr lang="en-US" sz="1400"/>
              <a:t> at the external gates for future year scenarios</a:t>
            </a:r>
          </a:p>
          <a:p>
            <a:r>
              <a:rPr lang="en-US" sz="1400"/>
              <a:t>The external </a:t>
            </a:r>
            <a:r>
              <a:rPr lang="en-US" sz="1400" err="1"/>
              <a:t>AADT</a:t>
            </a:r>
            <a:r>
              <a:rPr lang="en-US" sz="1400"/>
              <a:t> is split into trips by market:</a:t>
            </a:r>
          </a:p>
          <a:p>
            <a:pPr lvl="1"/>
            <a:r>
              <a:rPr lang="en-US" sz="1400" b="1"/>
              <a:t>External-External (XX)</a:t>
            </a:r>
          </a:p>
          <a:p>
            <a:pPr lvl="1"/>
            <a:r>
              <a:rPr lang="en-US" sz="1400" b="1"/>
              <a:t>Internal-External (IX) Work </a:t>
            </a:r>
            <a:r>
              <a:rPr lang="en-US" sz="1400"/>
              <a:t>Skagit residents to adjacent counties</a:t>
            </a:r>
          </a:p>
          <a:p>
            <a:pPr lvl="1"/>
            <a:r>
              <a:rPr lang="en-US" sz="1400" b="1"/>
              <a:t>External-Internal (XI) Work </a:t>
            </a:r>
            <a:r>
              <a:rPr lang="en-US" sz="1400"/>
              <a:t>Non-residents to Skagit</a:t>
            </a:r>
          </a:p>
          <a:p>
            <a:pPr lvl="1"/>
            <a:r>
              <a:rPr lang="en-US" sz="1400" b="1"/>
              <a:t>IX/XI Non-Work</a:t>
            </a:r>
          </a:p>
          <a:p>
            <a:r>
              <a:rPr lang="en-US" sz="1400"/>
              <a:t>Trips are distributed separately for each market, calibrated to Replica model trip lengths</a:t>
            </a:r>
          </a:p>
          <a:p>
            <a:r>
              <a:rPr lang="en-US" sz="1400"/>
              <a:t>The model calculates Vehicle trips and then converts to Person trips for reporting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18CB77D7-2101-FA33-7814-CD9F3071E0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876623" y="69876"/>
            <a:ext cx="3726412" cy="2107268"/>
          </a:xfrm>
          <a:prstGeom prst="rect">
            <a:avLst/>
          </a:prstGeom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4BA3B75D-0F9E-A60D-1185-EC9222C796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876623" y="2276565"/>
            <a:ext cx="3726412" cy="2107269"/>
          </a:xfrm>
          <a:prstGeom prst="rect">
            <a:avLst/>
          </a:prstGeom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8DFD7909-0B25-FF4E-34B9-0E84963E4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876623" y="4483255"/>
            <a:ext cx="3726412" cy="210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14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239DF-C4F2-3D6C-33A5-4881A6645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of Day Assignments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14C00-A8E7-A13E-2F99-8B9092A9D1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600200"/>
            <a:ext cx="5073569" cy="4370387"/>
          </a:xfrm>
        </p:spPr>
        <p:txBody>
          <a:bodyPr>
            <a:normAutofit/>
          </a:bodyPr>
          <a:lstStyle/>
          <a:p>
            <a:r>
              <a:rPr lang="en-US" sz="1400"/>
              <a:t>Trips are generated at the Daily level and split into: </a:t>
            </a:r>
            <a:r>
              <a:rPr lang="en-US" sz="1400" b="1"/>
              <a:t>AM, PM, and OP (Off-Peak) </a:t>
            </a:r>
            <a:r>
              <a:rPr lang="en-US" sz="1400"/>
              <a:t>periods, plus a </a:t>
            </a:r>
            <a:r>
              <a:rPr lang="en-US" sz="1400" b="1"/>
              <a:t>PM Peak Hour </a:t>
            </a:r>
            <a:r>
              <a:rPr lang="en-US" sz="1400"/>
              <a:t>for assignment</a:t>
            </a:r>
          </a:p>
          <a:p>
            <a:r>
              <a:rPr lang="en-US" sz="1400"/>
              <a:t>Period volumes are saved to the network and can be exported in loaded networks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A875EF-837D-9ECA-3747-7550D92A4C1F}"/>
              </a:ext>
            </a:extLst>
          </p:cNvPr>
          <p:cNvGrpSpPr/>
          <p:nvPr/>
        </p:nvGrpSpPr>
        <p:grpSpPr>
          <a:xfrm>
            <a:off x="6603036" y="1600200"/>
            <a:ext cx="5169648" cy="3974182"/>
            <a:chOff x="6359193" y="2579221"/>
            <a:chExt cx="5169648" cy="397418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84B5425-4B75-5F40-3351-5A39AFB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359193" y="2579221"/>
              <a:ext cx="5169648" cy="3391366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512135-DCA6-3103-2C35-09A99EFA7892}"/>
                </a:ext>
              </a:extLst>
            </p:cNvPr>
            <p:cNvSpPr txBox="1"/>
            <p:nvPr/>
          </p:nvSpPr>
          <p:spPr>
            <a:xfrm>
              <a:off x="7462764" y="6002290"/>
              <a:ext cx="3401568" cy="55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sz="2800" b="1">
                  <a:solidFill>
                    <a:schemeClr val="bg2"/>
                  </a:solidFill>
                </a:rPr>
                <a:t>-</a:t>
              </a:r>
              <a:r>
                <a:rPr lang="en-US" sz="1600"/>
                <a:t> </a:t>
              </a:r>
              <a:r>
                <a:rPr lang="en-US" sz="1400"/>
                <a:t>Traffic counts</a:t>
              </a:r>
            </a:p>
            <a:p>
              <a:pPr>
                <a:lnSpc>
                  <a:spcPct val="50000"/>
                </a:lnSpc>
              </a:pPr>
              <a:r>
                <a:rPr lang="en-US" sz="2800" b="1">
                  <a:solidFill>
                    <a:schemeClr val="accent1"/>
                  </a:solidFill>
                </a:rPr>
                <a:t>-</a:t>
              </a:r>
              <a:r>
                <a:rPr lang="en-US" sz="1600"/>
                <a:t> </a:t>
              </a:r>
              <a:r>
                <a:rPr lang="en-US" sz="1400"/>
                <a:t>Survey Auto Vehicle Trips (weighted)</a:t>
              </a:r>
              <a:endParaRPr lang="en-US" sz="16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CB68562-655D-D5A4-C263-0DF7099F010D}"/>
                </a:ext>
              </a:extLst>
            </p:cNvPr>
            <p:cNvSpPr/>
            <p:nvPr/>
          </p:nvSpPr>
          <p:spPr>
            <a:xfrm>
              <a:off x="8277338" y="2670660"/>
              <a:ext cx="425286" cy="2922582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816A24-4CCD-AA9E-8180-C994A998EB13}"/>
                </a:ext>
              </a:extLst>
            </p:cNvPr>
            <p:cNvSpPr/>
            <p:nvPr/>
          </p:nvSpPr>
          <p:spPr>
            <a:xfrm>
              <a:off x="9619347" y="2675970"/>
              <a:ext cx="619559" cy="2922584"/>
            </a:xfrm>
            <a:prstGeom prst="rect">
              <a:avLst/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DF386F-803D-4002-3440-A66A8893B3A2}"/>
                </a:ext>
              </a:extLst>
            </p:cNvPr>
            <p:cNvSpPr/>
            <p:nvPr/>
          </p:nvSpPr>
          <p:spPr>
            <a:xfrm>
              <a:off x="8730777" y="2675970"/>
              <a:ext cx="865543" cy="2922582"/>
            </a:xfrm>
            <a:prstGeom prst="rect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1F1196-BD70-2E46-F696-EBA6D4F0C7EF}"/>
                </a:ext>
              </a:extLst>
            </p:cNvPr>
            <p:cNvSpPr/>
            <p:nvPr/>
          </p:nvSpPr>
          <p:spPr>
            <a:xfrm>
              <a:off x="6874321" y="2651896"/>
              <a:ext cx="1356121" cy="2922582"/>
            </a:xfrm>
            <a:prstGeom prst="rect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8856BAB-5D53-DEA3-9399-E12F9BF4902A}"/>
                </a:ext>
              </a:extLst>
            </p:cNvPr>
            <p:cNvSpPr/>
            <p:nvPr/>
          </p:nvSpPr>
          <p:spPr>
            <a:xfrm>
              <a:off x="10267459" y="2677145"/>
              <a:ext cx="1135431" cy="2922582"/>
            </a:xfrm>
            <a:prstGeom prst="rect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90621AF-03BD-6F86-402B-6CFC6C91712A}"/>
                </a:ext>
              </a:extLst>
            </p:cNvPr>
            <p:cNvSpPr txBox="1"/>
            <p:nvPr/>
          </p:nvSpPr>
          <p:spPr>
            <a:xfrm>
              <a:off x="8248784" y="2684519"/>
              <a:ext cx="4967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solidFill>
                    <a:schemeClr val="accent6"/>
                  </a:solidFill>
                </a:rPr>
                <a:t>AM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C31AC4-98D6-A7D2-027C-E197C6CC1073}"/>
                </a:ext>
              </a:extLst>
            </p:cNvPr>
            <p:cNvSpPr txBox="1"/>
            <p:nvPr/>
          </p:nvSpPr>
          <p:spPr>
            <a:xfrm>
              <a:off x="9716570" y="2684519"/>
              <a:ext cx="5040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PM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6588060-B3AF-CC30-779F-350B2650380D}"/>
              </a:ext>
            </a:extLst>
          </p:cNvPr>
          <p:cNvSpPr txBox="1"/>
          <p:nvPr/>
        </p:nvSpPr>
        <p:spPr>
          <a:xfrm>
            <a:off x="7118164" y="1705498"/>
            <a:ext cx="1165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Off-Peak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E78088-8D6C-7FA7-6860-22B42CEFBF3A}"/>
              </a:ext>
            </a:extLst>
          </p:cNvPr>
          <p:cNvSpPr txBox="1"/>
          <p:nvPr/>
        </p:nvSpPr>
        <p:spPr>
          <a:xfrm>
            <a:off x="10571293" y="1705498"/>
            <a:ext cx="1165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Off-Peak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FE32AA-76C5-34D4-68E6-73DF880FF206}"/>
              </a:ext>
            </a:extLst>
          </p:cNvPr>
          <p:cNvSpPr txBox="1"/>
          <p:nvPr/>
        </p:nvSpPr>
        <p:spPr>
          <a:xfrm>
            <a:off x="8980269" y="1705497"/>
            <a:ext cx="1165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Off-Peak</a:t>
            </a:r>
          </a:p>
        </p:txBody>
      </p:sp>
    </p:spTree>
    <p:extLst>
      <p:ext uri="{BB962C8B-B14F-4D97-AF65-F5344CB8AC3E}">
        <p14:creationId xmlns:p14="http://schemas.microsoft.com/office/powerpoint/2010/main" val="1155586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9AFF4-6A16-CF66-42A2-1E21BBC08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Reporting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B6261-D6F9-27BE-FBC1-E3736589DA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600200"/>
            <a:ext cx="8619308" cy="1578429"/>
          </a:xfrm>
        </p:spPr>
        <p:txBody>
          <a:bodyPr>
            <a:normAutofit/>
          </a:bodyPr>
          <a:lstStyle/>
          <a:p>
            <a:r>
              <a:rPr lang="en-US" sz="1600"/>
              <a:t>The model automatically calculates and reports the following metrics for each scenario:</a:t>
            </a:r>
          </a:p>
          <a:p>
            <a:pPr lvl="1"/>
            <a:r>
              <a:rPr lang="en-US" sz="1600" b="1">
                <a:solidFill>
                  <a:schemeClr val="bg2"/>
                </a:solidFill>
              </a:rPr>
              <a:t>Regional Vehicle Miles Traveled, Vehicle Hours Traveled, and Vehicle Hours of Delay </a:t>
            </a:r>
            <a:r>
              <a:rPr lang="en-US" sz="1600">
                <a:solidFill>
                  <a:schemeClr val="tx1"/>
                </a:solidFill>
              </a:rPr>
              <a:t>by Period and Daily, Total and Per-capita/Per-household</a:t>
            </a:r>
          </a:p>
          <a:p>
            <a:pPr lvl="1"/>
            <a:r>
              <a:rPr lang="en-US" sz="1600" b="1">
                <a:solidFill>
                  <a:schemeClr val="accent3"/>
                </a:solidFill>
              </a:rPr>
              <a:t>Total Person and Vehicle Trips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3C663E-114F-5EC5-E134-BB91D53A9E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9"/>
          <a:stretch>
            <a:fillRect/>
          </a:stretch>
        </p:blipFill>
        <p:spPr bwMode="auto">
          <a:xfrm>
            <a:off x="5111495" y="2643017"/>
            <a:ext cx="6846959" cy="365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48925E7-9546-6B72-D36F-59E435C8B9DA}"/>
              </a:ext>
            </a:extLst>
          </p:cNvPr>
          <p:cNvSpPr txBox="1">
            <a:spLocks/>
          </p:cNvSpPr>
          <p:nvPr/>
        </p:nvSpPr>
        <p:spPr>
          <a:xfrm>
            <a:off x="838201" y="2890157"/>
            <a:ext cx="4038599" cy="183915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82880" indent="-182880" algn="l" defTabSz="914400" rtl="0" eaLnBrk="1" fontAlgn="ctr" latinLnBrk="0" hangingPunct="1">
              <a:lnSpc>
                <a:spcPct val="110000"/>
              </a:lnSpc>
              <a:spcBef>
                <a:spcPts val="1000"/>
              </a:spcBef>
              <a:buClr>
                <a:srgbClr val="48484A"/>
              </a:buClr>
              <a:buSzPct val="150000"/>
              <a:buFont typeface="Arial" panose="020B0604020202020204" pitchFamily="34" charset="0"/>
              <a:buChar char="•"/>
              <a:defRPr sz="1200" b="0" i="0" kern="1200">
                <a:solidFill>
                  <a:srgbClr val="48484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5760" indent="-182880" algn="l" defTabSz="914400" rtl="0" eaLnBrk="1" fontAlgn="ctr" latinLnBrk="0" hangingPunct="1">
              <a:lnSpc>
                <a:spcPct val="110000"/>
              </a:lnSpc>
              <a:spcBef>
                <a:spcPts val="500"/>
              </a:spcBef>
              <a:buClr>
                <a:srgbClr val="48484A"/>
              </a:buClr>
              <a:buSzPct val="100000"/>
              <a:buFont typeface="System Font Regular"/>
              <a:buChar char="–"/>
              <a:defRPr sz="1200" b="0" i="0" kern="1200">
                <a:solidFill>
                  <a:srgbClr val="48484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8640" indent="-182880" algn="l" defTabSz="914400" rtl="0" eaLnBrk="1" fontAlgn="ctr" latinLnBrk="0" hangingPunct="1">
              <a:lnSpc>
                <a:spcPct val="110000"/>
              </a:lnSpc>
              <a:spcBef>
                <a:spcPts val="500"/>
              </a:spcBef>
              <a:buClr>
                <a:srgbClr val="48484A"/>
              </a:buClr>
              <a:buSzPct val="100000"/>
              <a:buFont typeface="Courier New" panose="02070309020205020404" pitchFamily="49" charset="0"/>
              <a:buChar char="o"/>
              <a:defRPr sz="1200" b="0" i="0" kern="1200">
                <a:solidFill>
                  <a:srgbClr val="48484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48640" indent="0" algn="l" defTabSz="914400" rtl="0" eaLnBrk="1" fontAlgn="ctr" latinLnBrk="0" hangingPunct="1">
              <a:lnSpc>
                <a:spcPct val="110000"/>
              </a:lnSpc>
              <a:spcBef>
                <a:spcPts val="500"/>
              </a:spcBef>
              <a:buClr>
                <a:srgbClr val="48484A"/>
              </a:buClr>
              <a:buSzPct val="100000"/>
              <a:buFontTx/>
              <a:buNone/>
              <a:defRPr sz="1200" b="0" i="1" kern="1200">
                <a:solidFill>
                  <a:srgbClr val="48484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31520" indent="-182880" algn="l" defTabSz="914400" rtl="0" eaLnBrk="1" fontAlgn="ctr" latinLnBrk="0" hangingPunct="1">
              <a:lnSpc>
                <a:spcPct val="110000"/>
              </a:lnSpc>
              <a:spcBef>
                <a:spcPts val="500"/>
              </a:spcBef>
              <a:buClr>
                <a:srgbClr val="48484A"/>
              </a:buClr>
              <a:buSzPct val="100000"/>
              <a:buFont typeface="Wingdings" pitchFamily="2" charset="2"/>
              <a:buChar char="§"/>
              <a:defRPr sz="1200" b="0" i="0" kern="1200">
                <a:solidFill>
                  <a:srgbClr val="48484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600" b="1">
                <a:solidFill>
                  <a:schemeClr val="accent1"/>
                </a:solidFill>
              </a:rPr>
              <a:t>Corridor Level of Service </a:t>
            </a:r>
            <a:r>
              <a:rPr lang="en-US" sz="1600"/>
              <a:t>based on Florida DOT method and </a:t>
            </a:r>
            <a:r>
              <a:rPr lang="en-US" sz="1600" b="1">
                <a:solidFill>
                  <a:schemeClr val="accent1"/>
                </a:solidFill>
              </a:rPr>
              <a:t>Travel Time </a:t>
            </a:r>
            <a:r>
              <a:rPr lang="en-US" sz="1600"/>
              <a:t>for 19 corridors (shown in map)</a:t>
            </a:r>
          </a:p>
          <a:p>
            <a:r>
              <a:rPr lang="en-US" sz="1600"/>
              <a:t>Reports are saved in CSV format and open in Excel</a:t>
            </a:r>
          </a:p>
        </p:txBody>
      </p:sp>
    </p:spTree>
    <p:extLst>
      <p:ext uri="{BB962C8B-B14F-4D97-AF65-F5344CB8AC3E}">
        <p14:creationId xmlns:p14="http://schemas.microsoft.com/office/powerpoint/2010/main" val="4172381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31B9-6068-D349-E7F2-AE89DF48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Wiki Documentation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36151-D126-C254-24C3-32B19C4C75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600200"/>
            <a:ext cx="2727959" cy="4370387"/>
          </a:xfrm>
        </p:spPr>
        <p:txBody>
          <a:bodyPr>
            <a:normAutofit/>
          </a:bodyPr>
          <a:lstStyle/>
          <a:p>
            <a:r>
              <a:rPr lang="en-US" sz="1400"/>
              <a:t>The Model Technical Documentation and User Guide are available as a wiki on GitHub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F492E-8764-A4C4-3973-D7EB4704F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060284"/>
            <a:ext cx="7429750" cy="556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415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D8398-AD17-536F-9B7D-D23DBDAEA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E3C91B2-F52C-3CE9-E073-E26B1798B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945" y="615043"/>
            <a:ext cx="10504855" cy="270843"/>
          </a:xfrm>
        </p:spPr>
        <p:txBody>
          <a:bodyPr/>
          <a:lstStyle/>
          <a:p>
            <a:r>
              <a:rPr lang="en-US"/>
              <a:t>SCOG Travel Demand Model Update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04A133-7390-122B-ADB9-1B1C9E8F5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945" y="2721481"/>
            <a:ext cx="6567132" cy="615553"/>
          </a:xfrm>
        </p:spPr>
        <p:txBody>
          <a:bodyPr/>
          <a:lstStyle/>
          <a:p>
            <a:r>
              <a:rPr lang="en-US"/>
              <a:t>Model Specification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6B92A-7616-B29E-61B3-7660D604B6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8945" y="4100089"/>
            <a:ext cx="5480735" cy="4308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83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9C094-E928-9E80-C9DD-FA16C0190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6BF0-E17A-EB3A-793F-8DB71AFE1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1654"/>
            <a:ext cx="10515600" cy="757130"/>
          </a:xfrm>
        </p:spPr>
        <p:txBody>
          <a:bodyPr/>
          <a:lstStyle/>
          <a:p>
            <a:r>
              <a:rPr lang="en-US"/>
              <a:t>Trip Generation Model </a:t>
            </a:r>
            <a:br>
              <a:rPr lang="en-US"/>
            </a:b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</a:rPr>
              <a:t>in Daily Person Trips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91EEAC-2083-76EF-09D6-76BCCAF5F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521768"/>
              </p:ext>
            </p:extLst>
          </p:nvPr>
        </p:nvGraphicFramePr>
        <p:xfrm>
          <a:off x="895748" y="1299450"/>
          <a:ext cx="3438508" cy="1446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722">
                  <a:extLst>
                    <a:ext uri="{9D8B030D-6E8A-4147-A177-3AD203B41FA5}">
                      <a16:colId xmlns:a16="http://schemas.microsoft.com/office/drawing/2014/main" val="4256398270"/>
                    </a:ext>
                  </a:extLst>
                </a:gridCol>
                <a:gridCol w="2060786">
                  <a:extLst>
                    <a:ext uri="{9D8B030D-6E8A-4147-A177-3AD203B41FA5}">
                      <a16:colId xmlns:a16="http://schemas.microsoft.com/office/drawing/2014/main" val="128543504"/>
                    </a:ext>
                  </a:extLst>
                </a:gridCol>
              </a:tblGrid>
              <a:tr h="270510">
                <a:tc>
                  <a:txBody>
                    <a:bodyPr/>
                    <a:lstStyle/>
                    <a:p>
                      <a:r>
                        <a:rPr lang="en-US" sz="1400"/>
                        <a:t>HH Workers</a:t>
                      </a:r>
                    </a:p>
                  </a:txBody>
                  <a:tcPr marL="76004" marR="76004" marT="38002" marB="38002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HBW Person Trips</a:t>
                      </a:r>
                    </a:p>
                  </a:txBody>
                  <a:tcPr marL="76004" marR="76004" marT="38002" marB="38002"/>
                </a:tc>
                <a:extLst>
                  <a:ext uri="{0D108BD9-81ED-4DB2-BD59-A6C34878D82A}">
                    <a16:rowId xmlns:a16="http://schemas.microsoft.com/office/drawing/2014/main" val="3497343100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r>
                        <a:rPr lang="en-US" sz="1400"/>
                        <a:t>Zero Workers</a:t>
                      </a:r>
                    </a:p>
                  </a:txBody>
                  <a:tcPr marL="76004" marR="76004" marT="38002" marB="38002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55731589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r>
                        <a:rPr lang="en-US" sz="1400"/>
                        <a:t>1-worker</a:t>
                      </a:r>
                    </a:p>
                  </a:txBody>
                  <a:tcPr marL="76004" marR="76004" marT="38002" marB="38002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80724305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r>
                        <a:rPr lang="en-US" sz="1400"/>
                        <a:t>2-workers</a:t>
                      </a:r>
                    </a:p>
                  </a:txBody>
                  <a:tcPr marL="76004" marR="76004" marT="38002" marB="38002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1.41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40596250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r>
                        <a:rPr lang="en-US" sz="1400"/>
                        <a:t>3+-workers</a:t>
                      </a:r>
                    </a:p>
                  </a:txBody>
                  <a:tcPr marL="76004" marR="76004" marT="38002" marB="38002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2.73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7167108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3565C7D-B1DA-01C5-D421-C80EE865D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028169"/>
              </p:ext>
            </p:extLst>
          </p:nvPr>
        </p:nvGraphicFramePr>
        <p:xfrm>
          <a:off x="895748" y="2947247"/>
          <a:ext cx="5189436" cy="16107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629136">
                  <a:extLst>
                    <a:ext uri="{9D8B030D-6E8A-4147-A177-3AD203B41FA5}">
                      <a16:colId xmlns:a16="http://schemas.microsoft.com/office/drawing/2014/main" val="3730614844"/>
                    </a:ext>
                  </a:extLst>
                </a:gridCol>
                <a:gridCol w="831422">
                  <a:extLst>
                    <a:ext uri="{9D8B030D-6E8A-4147-A177-3AD203B41FA5}">
                      <a16:colId xmlns:a16="http://schemas.microsoft.com/office/drawing/2014/main" val="3233621658"/>
                    </a:ext>
                  </a:extLst>
                </a:gridCol>
                <a:gridCol w="909626">
                  <a:extLst>
                    <a:ext uri="{9D8B030D-6E8A-4147-A177-3AD203B41FA5}">
                      <a16:colId xmlns:a16="http://schemas.microsoft.com/office/drawing/2014/main" val="231132523"/>
                    </a:ext>
                  </a:extLst>
                </a:gridCol>
                <a:gridCol w="909626">
                  <a:extLst>
                    <a:ext uri="{9D8B030D-6E8A-4147-A177-3AD203B41FA5}">
                      <a16:colId xmlns:a16="http://schemas.microsoft.com/office/drawing/2014/main" val="2106049595"/>
                    </a:ext>
                  </a:extLst>
                </a:gridCol>
                <a:gridCol w="909626">
                  <a:extLst>
                    <a:ext uri="{9D8B030D-6E8A-4147-A177-3AD203B41FA5}">
                      <a16:colId xmlns:a16="http://schemas.microsoft.com/office/drawing/2014/main" val="1165963763"/>
                    </a:ext>
                  </a:extLst>
                </a:gridCol>
              </a:tblGrid>
              <a:tr h="322148">
                <a:tc>
                  <a:txBody>
                    <a:bodyPr/>
                    <a:lstStyle/>
                    <a:p>
                      <a:r>
                        <a:rPr lang="en-US" sz="1400"/>
                        <a:t>HBO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HH1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HH2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HH3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HH4</a:t>
                      </a:r>
                    </a:p>
                  </a:txBody>
                  <a:tcPr marL="90335" marR="90335" marT="45167" marB="45167"/>
                </a:tc>
                <a:extLst>
                  <a:ext uri="{0D108BD9-81ED-4DB2-BD59-A6C34878D82A}">
                    <a16:rowId xmlns:a16="http://schemas.microsoft.com/office/drawing/2014/main" val="2110699468"/>
                  </a:ext>
                </a:extLst>
              </a:tr>
              <a:tr h="322148">
                <a:tc>
                  <a:txBody>
                    <a:bodyPr/>
                    <a:lstStyle/>
                    <a:p>
                      <a:r>
                        <a:rPr lang="en-US" sz="1400"/>
                        <a:t>Zero vehicles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1.439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3.577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0.325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0.325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4578861"/>
                  </a:ext>
                </a:extLst>
              </a:tr>
              <a:tr h="322148">
                <a:tc>
                  <a:txBody>
                    <a:bodyPr/>
                    <a:lstStyle/>
                    <a:p>
                      <a:r>
                        <a:rPr lang="en-US" sz="1400"/>
                        <a:t>1-vehicle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2.237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4.661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3.705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4.375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3797726"/>
                  </a:ext>
                </a:extLst>
              </a:tr>
              <a:tr h="322148">
                <a:tc>
                  <a:txBody>
                    <a:bodyPr/>
                    <a:lstStyle/>
                    <a:p>
                      <a:r>
                        <a:rPr lang="en-US" sz="1400"/>
                        <a:t>2 vehicles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3.094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3.232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7.223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9976158"/>
                  </a:ext>
                </a:extLst>
              </a:tr>
              <a:tr h="322148">
                <a:tc>
                  <a:txBody>
                    <a:bodyPr/>
                    <a:lstStyle/>
                    <a:p>
                      <a:r>
                        <a:rPr lang="en-US" sz="1400"/>
                        <a:t>3+ vehicles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3.232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8.879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105530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ED31E55-FF96-8A0E-B4A9-5C09071FA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339442"/>
              </p:ext>
            </p:extLst>
          </p:nvPr>
        </p:nvGraphicFramePr>
        <p:xfrm>
          <a:off x="882923" y="4758964"/>
          <a:ext cx="5189436" cy="161074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629136">
                  <a:extLst>
                    <a:ext uri="{9D8B030D-6E8A-4147-A177-3AD203B41FA5}">
                      <a16:colId xmlns:a16="http://schemas.microsoft.com/office/drawing/2014/main" val="3730614844"/>
                    </a:ext>
                  </a:extLst>
                </a:gridCol>
                <a:gridCol w="831422">
                  <a:extLst>
                    <a:ext uri="{9D8B030D-6E8A-4147-A177-3AD203B41FA5}">
                      <a16:colId xmlns:a16="http://schemas.microsoft.com/office/drawing/2014/main" val="3233621658"/>
                    </a:ext>
                  </a:extLst>
                </a:gridCol>
                <a:gridCol w="909626">
                  <a:extLst>
                    <a:ext uri="{9D8B030D-6E8A-4147-A177-3AD203B41FA5}">
                      <a16:colId xmlns:a16="http://schemas.microsoft.com/office/drawing/2014/main" val="231132523"/>
                    </a:ext>
                  </a:extLst>
                </a:gridCol>
                <a:gridCol w="909626">
                  <a:extLst>
                    <a:ext uri="{9D8B030D-6E8A-4147-A177-3AD203B41FA5}">
                      <a16:colId xmlns:a16="http://schemas.microsoft.com/office/drawing/2014/main" val="2106049595"/>
                    </a:ext>
                  </a:extLst>
                </a:gridCol>
                <a:gridCol w="909626">
                  <a:extLst>
                    <a:ext uri="{9D8B030D-6E8A-4147-A177-3AD203B41FA5}">
                      <a16:colId xmlns:a16="http://schemas.microsoft.com/office/drawing/2014/main" val="1165963763"/>
                    </a:ext>
                  </a:extLst>
                </a:gridCol>
              </a:tblGrid>
              <a:tr h="322148">
                <a:tc>
                  <a:txBody>
                    <a:bodyPr/>
                    <a:lstStyle/>
                    <a:p>
                      <a:r>
                        <a:rPr lang="en-US" sz="1400" err="1"/>
                        <a:t>NHB</a:t>
                      </a:r>
                      <a:endParaRPr lang="en-US" sz="1400"/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HH1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HH2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HH3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HH4</a:t>
                      </a:r>
                    </a:p>
                  </a:txBody>
                  <a:tcPr marL="90335" marR="90335" marT="45167" marB="45167"/>
                </a:tc>
                <a:extLst>
                  <a:ext uri="{0D108BD9-81ED-4DB2-BD59-A6C34878D82A}">
                    <a16:rowId xmlns:a16="http://schemas.microsoft.com/office/drawing/2014/main" val="2110699468"/>
                  </a:ext>
                </a:extLst>
              </a:tr>
              <a:tr h="322148">
                <a:tc>
                  <a:txBody>
                    <a:bodyPr/>
                    <a:lstStyle/>
                    <a:p>
                      <a:r>
                        <a:rPr lang="en-US" sz="1400"/>
                        <a:t>Zero vehicles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3.560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1.608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0.316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0.316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4578861"/>
                  </a:ext>
                </a:extLst>
              </a:tr>
              <a:tr h="322148">
                <a:tc>
                  <a:txBody>
                    <a:bodyPr/>
                    <a:lstStyle/>
                    <a:p>
                      <a:r>
                        <a:rPr lang="en-US" sz="1400"/>
                        <a:t>1-vehicle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2.204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2.105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3.993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2.494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3797726"/>
                  </a:ext>
                </a:extLst>
              </a:tr>
              <a:tr h="322148">
                <a:tc>
                  <a:txBody>
                    <a:bodyPr/>
                    <a:lstStyle/>
                    <a:p>
                      <a:r>
                        <a:rPr lang="en-US" sz="1400"/>
                        <a:t>2 vehicles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2.765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3.551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4.201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9976158"/>
                  </a:ext>
                </a:extLst>
              </a:tr>
              <a:tr h="322148">
                <a:tc>
                  <a:txBody>
                    <a:bodyPr/>
                    <a:lstStyle/>
                    <a:p>
                      <a:r>
                        <a:rPr lang="en-US" sz="1400"/>
                        <a:t>3+ vehicles</a:t>
                      </a:r>
                    </a:p>
                  </a:txBody>
                  <a:tcPr marL="90335" marR="90335" marT="45167" marB="45167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3.551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5.132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105530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B38696-ABF5-E452-D96B-1BCB45F79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68532"/>
              </p:ext>
            </p:extLst>
          </p:nvPr>
        </p:nvGraphicFramePr>
        <p:xfrm>
          <a:off x="6784848" y="1668674"/>
          <a:ext cx="4928615" cy="44578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6888">
                  <a:extLst>
                    <a:ext uri="{9D8B030D-6E8A-4147-A177-3AD203B41FA5}">
                      <a16:colId xmlns:a16="http://schemas.microsoft.com/office/drawing/2014/main" val="3749992797"/>
                    </a:ext>
                  </a:extLst>
                </a:gridCol>
                <a:gridCol w="903909">
                  <a:extLst>
                    <a:ext uri="{9D8B030D-6E8A-4147-A177-3AD203B41FA5}">
                      <a16:colId xmlns:a16="http://schemas.microsoft.com/office/drawing/2014/main" val="3412181373"/>
                    </a:ext>
                  </a:extLst>
                </a:gridCol>
                <a:gridCol w="903909">
                  <a:extLst>
                    <a:ext uri="{9D8B030D-6E8A-4147-A177-3AD203B41FA5}">
                      <a16:colId xmlns:a16="http://schemas.microsoft.com/office/drawing/2014/main" val="438576457"/>
                    </a:ext>
                  </a:extLst>
                </a:gridCol>
                <a:gridCol w="903909">
                  <a:extLst>
                    <a:ext uri="{9D8B030D-6E8A-4147-A177-3AD203B41FA5}">
                      <a16:colId xmlns:a16="http://schemas.microsoft.com/office/drawing/2014/main" val="1032859825"/>
                    </a:ext>
                  </a:extLst>
                </a:gridCol>
              </a:tblGrid>
              <a:tr h="5471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effectLst/>
                        </a:rPr>
                        <a:t>Employment Category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HBW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HBO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err="1">
                          <a:effectLst/>
                        </a:rPr>
                        <a:t>NHB</a:t>
                      </a:r>
                      <a:endParaRPr lang="en-US" sz="1400" b="1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040037458"/>
                  </a:ext>
                </a:extLst>
              </a:tr>
              <a:tr h="5471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effectLst/>
                        </a:rPr>
                        <a:t>Retail trade, food services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1.0732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6.9461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4.6384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970889692"/>
                  </a:ext>
                </a:extLst>
              </a:tr>
              <a:tr h="5471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effectLst/>
                        </a:rPr>
                        <a:t>Finance, insurance, real estate, services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0.4500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2.1514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1.9610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835180307"/>
                  </a:ext>
                </a:extLst>
              </a:tr>
              <a:tr h="391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effectLst/>
                        </a:rPr>
                        <a:t>Government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0.6299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1.7637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1.3063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733674233"/>
                  </a:ext>
                </a:extLst>
              </a:tr>
              <a:tr h="391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effectLst/>
                        </a:rPr>
                        <a:t>Education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1.0487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4.7120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3.9449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498007059"/>
                  </a:ext>
                </a:extLst>
              </a:tr>
              <a:tr h="5471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effectLst/>
                        </a:rPr>
                        <a:t>Wholesale trade, transportation, utilities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0.6848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1.2255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1.0647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275260369"/>
                  </a:ext>
                </a:extLst>
              </a:tr>
              <a:tr h="391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effectLst/>
                        </a:rPr>
                        <a:t>Manufacturing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0.3031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0.5070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1.1165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755991231"/>
                  </a:ext>
                </a:extLst>
              </a:tr>
              <a:tr h="5471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effectLst/>
                        </a:rPr>
                        <a:t>Agriculture, forestry, fishing, mining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0.3487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0.5113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0.6646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262400259"/>
                  </a:ext>
                </a:extLst>
              </a:tr>
              <a:tr h="5471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effectLst/>
                        </a:rPr>
                        <a:t>Health care, social assistance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0.7920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3.3533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2.1493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2369120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FF4EE78-A792-3471-0670-AC30C891366A}"/>
              </a:ext>
            </a:extLst>
          </p:cNvPr>
          <p:cNvSpPr txBox="1"/>
          <p:nvPr/>
        </p:nvSpPr>
        <p:spPr>
          <a:xfrm>
            <a:off x="6684264" y="1172272"/>
            <a:ext cx="244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Trip Attractions</a:t>
            </a:r>
          </a:p>
        </p:txBody>
      </p:sp>
    </p:spTree>
    <p:extLst>
      <p:ext uri="{BB962C8B-B14F-4D97-AF65-F5344CB8AC3E}">
        <p14:creationId xmlns:p14="http://schemas.microsoft.com/office/powerpoint/2010/main" val="691976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770C2-FCF9-4579-1943-1DFBBBD9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CB7D-79BD-B0E1-E774-D85B33F7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Trip Distribution 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C6A6F-8D4A-2A9F-7DD6-DFA5D7BAC2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71816" y="1600200"/>
            <a:ext cx="3681984" cy="4370387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35FEA6-3AAD-CFC2-B28C-9B993D183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329325"/>
              </p:ext>
            </p:extLst>
          </p:nvPr>
        </p:nvGraphicFramePr>
        <p:xfrm>
          <a:off x="838200" y="1600200"/>
          <a:ext cx="6627369" cy="2697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123">
                  <a:extLst>
                    <a:ext uri="{9D8B030D-6E8A-4147-A177-3AD203B41FA5}">
                      <a16:colId xmlns:a16="http://schemas.microsoft.com/office/drawing/2014/main" val="1720731299"/>
                    </a:ext>
                  </a:extLst>
                </a:gridCol>
                <a:gridCol w="2209123">
                  <a:extLst>
                    <a:ext uri="{9D8B030D-6E8A-4147-A177-3AD203B41FA5}">
                      <a16:colId xmlns:a16="http://schemas.microsoft.com/office/drawing/2014/main" val="323305863"/>
                    </a:ext>
                  </a:extLst>
                </a:gridCol>
                <a:gridCol w="2209123">
                  <a:extLst>
                    <a:ext uri="{9D8B030D-6E8A-4147-A177-3AD203B41FA5}">
                      <a16:colId xmlns:a16="http://schemas.microsoft.com/office/drawing/2014/main" val="1558110403"/>
                    </a:ext>
                  </a:extLst>
                </a:gridCol>
              </a:tblGrid>
              <a:tr h="38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Trip Purpose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>
                          <a:effectLst/>
                        </a:rPr>
                        <a:t>B Parameter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>
                          <a:effectLst/>
                        </a:rPr>
                        <a:t>C Parameter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139644344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HBW</a:t>
                      </a:r>
                      <a:endParaRPr lang="en-US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-1.096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797791014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HBO</a:t>
                      </a:r>
                      <a:endParaRPr lang="en-US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-1.2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-0.0572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43060670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NHB</a:t>
                      </a:r>
                      <a:endParaRPr lang="en-US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-0.0284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-0.235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46094155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IX Work</a:t>
                      </a:r>
                      <a:endParaRPr lang="en-US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-2.5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0.05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456730968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XI Work</a:t>
                      </a:r>
                      <a:endParaRPr lang="en-US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-3.8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0.09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195201486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XI/IX Non-Work</a:t>
                      </a:r>
                      <a:endParaRPr lang="en-US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-3.8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0.112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997872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076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CA80A-8CD3-88E1-A3D1-BD0B5393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1781F-FD90-E025-A9F7-1FBC7C74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753" y="574565"/>
            <a:ext cx="10515600" cy="480131"/>
          </a:xfrm>
        </p:spPr>
        <p:txBody>
          <a:bodyPr/>
          <a:lstStyle/>
          <a:p>
            <a:r>
              <a:rPr lang="en-US"/>
              <a:t>Trip Lengths vs Survey and Replica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243119-855E-8E59-4077-634F2D26D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375588"/>
              </p:ext>
            </p:extLst>
          </p:nvPr>
        </p:nvGraphicFramePr>
        <p:xfrm>
          <a:off x="838201" y="4504503"/>
          <a:ext cx="5136300" cy="1849886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918124">
                  <a:extLst>
                    <a:ext uri="{9D8B030D-6E8A-4147-A177-3AD203B41FA5}">
                      <a16:colId xmlns:a16="http://schemas.microsoft.com/office/drawing/2014/main" val="275711242"/>
                    </a:ext>
                  </a:extLst>
                </a:gridCol>
                <a:gridCol w="868865">
                  <a:extLst>
                    <a:ext uri="{9D8B030D-6E8A-4147-A177-3AD203B41FA5}">
                      <a16:colId xmlns:a16="http://schemas.microsoft.com/office/drawing/2014/main" val="2720911109"/>
                    </a:ext>
                  </a:extLst>
                </a:gridCol>
                <a:gridCol w="817745">
                  <a:extLst>
                    <a:ext uri="{9D8B030D-6E8A-4147-A177-3AD203B41FA5}">
                      <a16:colId xmlns:a16="http://schemas.microsoft.com/office/drawing/2014/main" val="1658377832"/>
                    </a:ext>
                  </a:extLst>
                </a:gridCol>
                <a:gridCol w="932689">
                  <a:extLst>
                    <a:ext uri="{9D8B030D-6E8A-4147-A177-3AD203B41FA5}">
                      <a16:colId xmlns:a16="http://schemas.microsoft.com/office/drawing/2014/main" val="564318108"/>
                    </a:ext>
                  </a:extLst>
                </a:gridCol>
                <a:gridCol w="1598877">
                  <a:extLst>
                    <a:ext uri="{9D8B030D-6E8A-4147-A177-3AD203B41FA5}">
                      <a16:colId xmlns:a16="http://schemas.microsoft.com/office/drawing/2014/main" val="2359380194"/>
                    </a:ext>
                  </a:extLst>
                </a:gridCol>
              </a:tblGrid>
              <a:tr h="45621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Purpose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Replica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Model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Survey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Model v Replica </a:t>
                      </a: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Coincidence Ratio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348367728"/>
                  </a:ext>
                </a:extLst>
              </a:tr>
              <a:tr h="301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HBW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8.86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8.89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0.803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6794107"/>
                  </a:ext>
                </a:extLst>
              </a:tr>
              <a:tr h="301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HBO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5.99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5.41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0.803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66841546"/>
                  </a:ext>
                </a:extLst>
              </a:tr>
              <a:tr h="301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NHB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5.03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4.63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3.95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0.792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782337"/>
                  </a:ext>
                </a:extLst>
              </a:tr>
              <a:tr h="456212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Avg Trip Length (miles)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976966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86E839B-516A-4BC0-12FF-0E2EB6A14D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38201" y="1428554"/>
            <a:ext cx="4962258" cy="2793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601E26-F96D-5031-DB5D-BB68571AE6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790229" y="849750"/>
            <a:ext cx="5136299" cy="2681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4A56BA-51EA-E990-CD41-A283002839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790229" y="3662681"/>
            <a:ext cx="5136299" cy="300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99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D80D-1A56-92F8-9627-39EC2CC2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Assignment 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C0A3A-F5AA-4170-1D15-4F4868BB5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08906" y="2281084"/>
            <a:ext cx="3791712" cy="3452078"/>
          </a:xfrm>
        </p:spPr>
        <p:txBody>
          <a:bodyPr>
            <a:normAutofit/>
          </a:bodyPr>
          <a:lstStyle/>
          <a:p>
            <a:r>
              <a:rPr lang="en-US" sz="1400"/>
              <a:t>Using </a:t>
            </a:r>
            <a:r>
              <a:rPr lang="en-US" sz="1400" b="1"/>
              <a:t>Conical Volume Delay Functions </a:t>
            </a:r>
            <a:r>
              <a:rPr lang="en-US" sz="1400"/>
              <a:t>that result in increasing delays when assigned demand approaches link capacity: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BE053B-23D1-1D73-C2B4-985AFEE5A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416818"/>
              </p:ext>
            </p:extLst>
          </p:nvPr>
        </p:nvGraphicFramePr>
        <p:xfrm>
          <a:off x="838200" y="1229138"/>
          <a:ext cx="7034784" cy="4741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696">
                  <a:extLst>
                    <a:ext uri="{9D8B030D-6E8A-4147-A177-3AD203B41FA5}">
                      <a16:colId xmlns:a16="http://schemas.microsoft.com/office/drawing/2014/main" val="3104706734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3512333415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512119607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3688785830"/>
                    </a:ext>
                  </a:extLst>
                </a:gridCol>
              </a:tblGrid>
              <a:tr h="967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Functional Class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US" b="1">
                          <a:effectLst/>
                        </a:rPr>
                        <a:t>Capacity</a:t>
                      </a:r>
                    </a:p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Vehicles per Lane per Hour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 param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 param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977077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Interstate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2200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1.01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45222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Ramps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1200-1500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1.01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633122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State Highway Freeways and Arterials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1600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1.01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947501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Rural Arterials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900-1600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0.91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734813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Rural Collectors and Arterials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900-1100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0.89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954676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Urban Arterials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850-1250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0.86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003517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Urban Collectors and Local Roads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650-800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0.86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02746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Local Roads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0.86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13008281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AB6855C-A4A6-2E95-47BE-8D73743EF9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63" r="-1"/>
          <a:stretch>
            <a:fillRect/>
          </a:stretch>
        </p:blipFill>
        <p:spPr>
          <a:xfrm>
            <a:off x="7972343" y="3038765"/>
            <a:ext cx="4064838" cy="14846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4EE4E1-26B2-88FF-4232-CBC602347FA5}"/>
                  </a:ext>
                </a:extLst>
              </p:cNvPr>
              <p:cNvSpPr txBox="1"/>
              <p:nvPr/>
            </p:nvSpPr>
            <p:spPr>
              <a:xfrm>
                <a:off x="8763719" y="4656170"/>
                <a:ext cx="275107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𝑐𝑢𝑟</m:t>
                        </m:r>
                      </m:sub>
                    </m:sSub>
                  </m:oMath>
                </a14:m>
                <a:r>
                  <a:rPr lang="ar-AE" sz="1200"/>
                  <a:t> </a:t>
                </a:r>
                <a:r>
                  <a:rPr lang="en-US" sz="1200"/>
                  <a:t>	is the congested travel time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sz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1200"/>
                  <a:t> </a:t>
                </a:r>
                <a:r>
                  <a:rPr lang="en-US" sz="1200"/>
                  <a:t>	is the free-flow travel time</a:t>
                </a:r>
              </a:p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200"/>
                  <a:t> 	are user-supplied parameters</a:t>
                </a:r>
              </a:p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200"/>
                  <a:t> 	is assigned demand on the link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ar-AE" sz="1200"/>
                  <a:t> </a:t>
                </a:r>
                <a:r>
                  <a:rPr lang="en-US" sz="1200"/>
                  <a:t>	is the link capacity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4EE4E1-26B2-88FF-4232-CBC602347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719" y="4656170"/>
                <a:ext cx="2751074" cy="1477328"/>
              </a:xfrm>
              <a:prstGeom prst="rect">
                <a:avLst/>
              </a:prstGeom>
              <a:blipFill>
                <a:blip r:embed="rId4"/>
                <a:stretch>
                  <a:fillRect l="-222" t="-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249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BC10-4058-D0D3-5CF8-0DCC69978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AFB442D-6B45-19F0-A30D-B70728785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945" y="615043"/>
            <a:ext cx="10504855" cy="270843"/>
          </a:xfrm>
        </p:spPr>
        <p:txBody>
          <a:bodyPr/>
          <a:lstStyle/>
          <a:p>
            <a:r>
              <a:rPr lang="en-US"/>
              <a:t>SCOG Travel Demand Model Update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733A9E-AEDA-9EFE-D65A-ECB52B241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945" y="2721481"/>
            <a:ext cx="6567132" cy="1231106"/>
          </a:xfrm>
        </p:spPr>
        <p:txBody>
          <a:bodyPr/>
          <a:lstStyle/>
          <a:p>
            <a:r>
              <a:rPr lang="en-US"/>
              <a:t>Model Scenarios and Outputs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F9922-9875-C770-A6DD-CED6675EEB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8945" y="4100089"/>
            <a:ext cx="5480735" cy="4308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72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7C23-94B4-0493-1011-77437637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2022 Base Year Assignment Validation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25676E-0CA7-F300-7D10-A63179C1B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137494"/>
              </p:ext>
            </p:extLst>
          </p:nvPr>
        </p:nvGraphicFramePr>
        <p:xfrm>
          <a:off x="5117136" y="1174584"/>
          <a:ext cx="5489902" cy="5334303"/>
        </p:xfrm>
        <a:graphic>
          <a:graphicData uri="http://schemas.openxmlformats.org/drawingml/2006/table">
            <a:tbl>
              <a:tblPr/>
              <a:tblGrid>
                <a:gridCol w="2058715">
                  <a:extLst>
                    <a:ext uri="{9D8B030D-6E8A-4147-A177-3AD203B41FA5}">
                      <a16:colId xmlns:a16="http://schemas.microsoft.com/office/drawing/2014/main" val="1560821099"/>
                    </a:ext>
                  </a:extLst>
                </a:gridCol>
                <a:gridCol w="1143729">
                  <a:extLst>
                    <a:ext uri="{9D8B030D-6E8A-4147-A177-3AD203B41FA5}">
                      <a16:colId xmlns:a16="http://schemas.microsoft.com/office/drawing/2014/main" val="1073010067"/>
                    </a:ext>
                  </a:extLst>
                </a:gridCol>
                <a:gridCol w="1143729">
                  <a:extLst>
                    <a:ext uri="{9D8B030D-6E8A-4147-A177-3AD203B41FA5}">
                      <a16:colId xmlns:a16="http://schemas.microsoft.com/office/drawing/2014/main" val="713098584"/>
                    </a:ext>
                  </a:extLst>
                </a:gridCol>
                <a:gridCol w="1143729">
                  <a:extLst>
                    <a:ext uri="{9D8B030D-6E8A-4147-A177-3AD203B41FA5}">
                      <a16:colId xmlns:a16="http://schemas.microsoft.com/office/drawing/2014/main" val="4099037503"/>
                    </a:ext>
                  </a:extLst>
                </a:gridCol>
              </a:tblGrid>
              <a:tr h="3808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Model Volume vs Count RMSE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FSUTMS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Acceptable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Preferable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176593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&lt; 5k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61.30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564208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5k to 10k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37.74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404482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10k to 15k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31.34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205941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15k to 20k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21.97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717643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20k to 30k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16.15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792952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30k to 50k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11.57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073509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50k to 60k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883363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&gt; 60k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050934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Areawide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43.75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574623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700337"/>
                  </a:ext>
                </a:extLst>
              </a:tr>
              <a:tr h="3835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Model Volume vs Count Percent Error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Acceptable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Preferable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960109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&lt; 10k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-2.98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167343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10k to 30k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0.14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974914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30k to 50k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7.29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908679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50k to 65k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249438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65k to 75k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099703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AADT &gt; 75k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707342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Areawide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-1.18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397258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633207"/>
                  </a:ext>
                </a:extLst>
              </a:tr>
              <a:tr h="5712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Model Volume vs Count Percent Error by Functional Class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Acceptable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Preferable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5056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Freeway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3.97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675954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Arterials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-7.94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266189"/>
                  </a:ext>
                </a:extLst>
              </a:tr>
              <a:tr h="190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Collectors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C8123"/>
                          </a:solidFill>
                          <a:effectLst/>
                          <a:latin typeface="Arial" panose="020B0604020202020204" pitchFamily="34" charset="0"/>
                        </a:rPr>
                        <a:t>0.14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2114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D27A5FF-00AE-F183-530E-C6328F53A2B4}"/>
              </a:ext>
            </a:extLst>
          </p:cNvPr>
          <p:cNvSpPr txBox="1"/>
          <p:nvPr/>
        </p:nvSpPr>
        <p:spPr>
          <a:xfrm>
            <a:off x="838201" y="1828562"/>
            <a:ext cx="37795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err="1"/>
              <a:t>RSG</a:t>
            </a:r>
            <a:r>
              <a:rPr lang="en-US" sz="1400"/>
              <a:t> adopted the Florida DOT Florida State Urban Transportation Model System (</a:t>
            </a:r>
            <a:r>
              <a:rPr lang="en-US" sz="1400" err="1"/>
              <a:t>FSUTMS</a:t>
            </a:r>
            <a:r>
              <a:rPr lang="en-US" sz="1400"/>
              <a:t>) validation guidelines to assist in the determination of a properly validated model. The </a:t>
            </a:r>
            <a:r>
              <a:rPr lang="en-US" sz="1400" err="1"/>
              <a:t>FSUTMS</a:t>
            </a:r>
            <a:r>
              <a:rPr lang="en-US" sz="1400"/>
              <a:t> guidelines have two levels of maximum acceptable error: “acceptable” and “preferred.”</a:t>
            </a:r>
          </a:p>
        </p:txBody>
      </p:sp>
    </p:spTree>
    <p:extLst>
      <p:ext uri="{BB962C8B-B14F-4D97-AF65-F5344CB8AC3E}">
        <p14:creationId xmlns:p14="http://schemas.microsoft.com/office/powerpoint/2010/main" val="2653501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3844-C99A-C776-410E-CA21070E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2045 and 2050 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57292-C0B1-7561-A797-9AB035CD4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3134326"/>
            <a:ext cx="4481051" cy="4370387"/>
          </a:xfrm>
        </p:spPr>
        <p:txBody>
          <a:bodyPr>
            <a:normAutofit/>
          </a:bodyPr>
          <a:lstStyle/>
          <a:p>
            <a:r>
              <a:rPr lang="en-US" sz="1400" b="1"/>
              <a:t>Future Socioeconomic Scenarios</a:t>
            </a:r>
          </a:p>
          <a:p>
            <a:pPr lvl="1"/>
            <a:r>
              <a:rPr lang="en-US" sz="1400"/>
              <a:t>2045 and 2050 household, population, and job growth</a:t>
            </a:r>
          </a:p>
          <a:p>
            <a:r>
              <a:rPr lang="en-US" sz="1400" b="1"/>
              <a:t>Future Highway Network Scenarios</a:t>
            </a:r>
          </a:p>
          <a:p>
            <a:pPr lvl="1"/>
            <a:r>
              <a:rPr lang="en-US" sz="1400" b="1">
                <a:solidFill>
                  <a:schemeClr val="accent1"/>
                </a:solidFill>
              </a:rPr>
              <a:t>Baseline</a:t>
            </a:r>
            <a:r>
              <a:rPr lang="en-US" sz="1400" b="1"/>
              <a:t> </a:t>
            </a:r>
            <a:r>
              <a:rPr lang="en-US" sz="1400"/>
              <a:t>includes expected and committed projects already planned through 2050</a:t>
            </a:r>
          </a:p>
          <a:p>
            <a:pPr lvl="1"/>
            <a:r>
              <a:rPr lang="en-US" sz="1400" b="1">
                <a:solidFill>
                  <a:schemeClr val="bg2"/>
                </a:solidFill>
              </a:rPr>
              <a:t>Planned</a:t>
            </a:r>
            <a:r>
              <a:rPr lang="en-US" sz="1400" b="1"/>
              <a:t> </a:t>
            </a:r>
            <a:r>
              <a:rPr lang="en-US" sz="1400"/>
              <a:t>includes Baseline plus fiscally-constrained projects proposed in the </a:t>
            </a:r>
            <a:r>
              <a:rPr lang="en-US" sz="1400" err="1"/>
              <a:t>RTP</a:t>
            </a:r>
            <a:endParaRPr lang="en-US" sz="1400" b="1"/>
          </a:p>
          <a:p>
            <a:pPr lvl="1"/>
            <a:r>
              <a:rPr lang="en-US" sz="1400" b="1">
                <a:solidFill>
                  <a:schemeClr val="accent3"/>
                </a:solidFill>
              </a:rPr>
              <a:t>Illustrative</a:t>
            </a:r>
            <a:r>
              <a:rPr lang="en-US" sz="1400" b="1"/>
              <a:t> </a:t>
            </a:r>
            <a:r>
              <a:rPr lang="en-US" sz="1400"/>
              <a:t>includes Baseline + Planned and projects beyond the fiscal constraints of the </a:t>
            </a:r>
            <a:r>
              <a:rPr lang="en-US" sz="1400" err="1"/>
              <a:t>RTP</a:t>
            </a:r>
            <a:endParaRPr lang="en-US" sz="14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D84C6B-1E04-9303-BE02-BBD4AD9D8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313957"/>
              </p:ext>
            </p:extLst>
          </p:nvPr>
        </p:nvGraphicFramePr>
        <p:xfrm>
          <a:off x="5624430" y="586834"/>
          <a:ext cx="6253624" cy="5863080"/>
        </p:xfrm>
        <a:graphic>
          <a:graphicData uri="http://schemas.openxmlformats.org/drawingml/2006/table">
            <a:tbl>
              <a:tblPr/>
              <a:tblGrid>
                <a:gridCol w="890915">
                  <a:extLst>
                    <a:ext uri="{9D8B030D-6E8A-4147-A177-3AD203B41FA5}">
                      <a16:colId xmlns:a16="http://schemas.microsoft.com/office/drawing/2014/main" val="274211004"/>
                    </a:ext>
                  </a:extLst>
                </a:gridCol>
                <a:gridCol w="686349">
                  <a:extLst>
                    <a:ext uri="{9D8B030D-6E8A-4147-A177-3AD203B41FA5}">
                      <a16:colId xmlns:a16="http://schemas.microsoft.com/office/drawing/2014/main" val="532753520"/>
                    </a:ext>
                  </a:extLst>
                </a:gridCol>
                <a:gridCol w="686349">
                  <a:extLst>
                    <a:ext uri="{9D8B030D-6E8A-4147-A177-3AD203B41FA5}">
                      <a16:colId xmlns:a16="http://schemas.microsoft.com/office/drawing/2014/main" val="1170687122"/>
                    </a:ext>
                  </a:extLst>
                </a:gridCol>
                <a:gridCol w="3990011">
                  <a:extLst>
                    <a:ext uri="{9D8B030D-6E8A-4147-A177-3AD203B41FA5}">
                      <a16:colId xmlns:a16="http://schemas.microsoft.com/office/drawing/2014/main" val="491527560"/>
                    </a:ext>
                  </a:extLst>
                </a:gridCol>
              </a:tblGrid>
              <a:tr h="813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Modification Number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Code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Scenario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Project Description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961046"/>
                  </a:ext>
                </a:extLst>
              </a:tr>
              <a:tr h="81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ANA-1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1"/>
                          </a:solidFill>
                        </a:rPr>
                        <a:t>Baseline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12th &amp; K Ave Roundabout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876808"/>
                  </a:ext>
                </a:extLst>
              </a:tr>
              <a:tr h="142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6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ANA-2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1"/>
                          </a:solidFill>
                        </a:rPr>
                        <a:t>Baseline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Add right turn lane at SR20 and Thompson Rd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406750"/>
                  </a:ext>
                </a:extLst>
              </a:tr>
              <a:tr h="20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11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CON-1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1"/>
                          </a:solidFill>
                        </a:rPr>
                        <a:t>Baseline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Construct school secondary access road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21659"/>
                  </a:ext>
                </a:extLst>
              </a:tr>
              <a:tr h="20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13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MV-1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1"/>
                          </a:solidFill>
                        </a:rPr>
                        <a:t>Baseline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Riverside Drive/Pacific Place Intersection Improvements (oblong roundabout)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85839"/>
                  </a:ext>
                </a:extLst>
              </a:tr>
              <a:tr h="20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18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SC-1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1"/>
                          </a:solidFill>
                        </a:rPr>
                        <a:t>Baseline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MARINE DRIVE / ROSARIO ROAD / MARINE WYE DRIVE INTERSECTION IMPROVEMENTS - roundabouts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247606"/>
                  </a:ext>
                </a:extLst>
              </a:tr>
              <a:tr h="20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20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SAM-1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1"/>
                          </a:solidFill>
                        </a:rPr>
                        <a:t>Baseline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SR 20 - Campbell Lake Road - Intersection Improvements - add roundabout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538690"/>
                  </a:ext>
                </a:extLst>
              </a:tr>
              <a:tr h="20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21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WSDOT-1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1"/>
                          </a:solidFill>
                        </a:rPr>
                        <a:t>Baseline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I-5 Speed Limit Change - Decreased to 60 mph </a:t>
                      </a:r>
                      <a:r>
                        <a:rPr lang="en-US" sz="1000" err="1">
                          <a:effectLst/>
                        </a:rPr>
                        <a:t>btwn</a:t>
                      </a:r>
                      <a:r>
                        <a:rPr lang="en-US" sz="1000">
                          <a:effectLst/>
                        </a:rPr>
                        <a:t> Chuckanut and Cook Rd exits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9956"/>
                  </a:ext>
                </a:extLst>
              </a:tr>
              <a:tr h="20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26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2050NB-Additions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1"/>
                          </a:solidFill>
                        </a:rPr>
                        <a:t>Baseline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Network edits that should be included in the 2050 Baseline. All built between 2022 and 2026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625057"/>
                  </a:ext>
                </a:extLst>
              </a:tr>
              <a:tr h="20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27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WSDOT-2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1"/>
                          </a:solidFill>
                        </a:rPr>
                        <a:t>Baseline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SR20/Burlington to Sedro-Woolley Corridor Improvements. Roundabouts at Gardner, District Line and Collins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022087"/>
                  </a:ext>
                </a:extLst>
              </a:tr>
              <a:tr h="20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10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BUR-4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bg2"/>
                          </a:solidFill>
                        </a:rPr>
                        <a:t>Planned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Construct roundabout at Burlington Blvd and Fairhaven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237970"/>
                  </a:ext>
                </a:extLst>
              </a:tr>
              <a:tr h="20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12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SW-1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bg2"/>
                          </a:solidFill>
                        </a:rPr>
                        <a:t>Planned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Jones/John Liner RR undercrossing (Reed to Sapp)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331748"/>
                  </a:ext>
                </a:extLst>
              </a:tr>
              <a:tr h="20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14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MV-2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bg2"/>
                          </a:solidFill>
                        </a:rPr>
                        <a:t>Planned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Blackburn Rd Extension - New "Complete Street" between little Mountain Rd and </a:t>
                      </a:r>
                      <a:r>
                        <a:rPr lang="en-US" sz="1000" err="1">
                          <a:effectLst/>
                        </a:rPr>
                        <a:t>Eaglemont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842486"/>
                  </a:ext>
                </a:extLst>
              </a:tr>
              <a:tr h="282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19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SC-2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bg2"/>
                          </a:solidFill>
                        </a:rPr>
                        <a:t>Planned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COOK ROAD / I-5 INTERCHANGE VICINITY IMPROVEMENTS Add R turn lane to NB off ramp. Add EB travel lane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061699"/>
                  </a:ext>
                </a:extLst>
              </a:tr>
              <a:tr h="282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24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SW-2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bg2"/>
                          </a:solidFill>
                        </a:rPr>
                        <a:t>Planned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Trail Road Improvements Phase 1 - construct new arterial and shared use path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588246"/>
                  </a:ext>
                </a:extLst>
              </a:tr>
              <a:tr h="282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25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SC-3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bg2"/>
                          </a:solidFill>
                        </a:rPr>
                        <a:t>Planned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Make intersection improvements on Old Hwy 99 with Bow Hill Road/Prairie Road - roundabout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530707"/>
                  </a:ext>
                </a:extLst>
              </a:tr>
              <a:tr h="282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8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BUR-2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Illustrative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Construct grade separated RR crossing and extend Gilkey between Spruce and Anacortes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64766"/>
                  </a:ext>
                </a:extLst>
              </a:tr>
              <a:tr h="264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15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MV-3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Illustrative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Hickox Rd/I-5 Interchange Improvements - complete N side of freeway interchange to provide full access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376526"/>
                  </a:ext>
                </a:extLst>
              </a:tr>
              <a:tr h="20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16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MV-4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Illustrative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Kincaid Street Complete Streets Improvements - add roundabouts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217964"/>
                  </a:ext>
                </a:extLst>
              </a:tr>
              <a:tr h="325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17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MV-5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Illustrative</a:t>
                      </a:r>
                      <a:endParaRPr lang="en-US" sz="1000">
                        <a:effectLst/>
                      </a:endParaRP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30th Street Extension - New roadway extension connecting Blackburn with 27th. Will also reconfigure intersection of Blackburn and Little Mountain</a:t>
                      </a:r>
                    </a:p>
                  </a:txBody>
                  <a:tcPr marL="22028" marR="22028" marT="10167" marB="10167" anchor="ctr">
                    <a:lnL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7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20213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5F426C-4020-8F6E-2DDE-1933ECBE2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153687"/>
              </p:ext>
            </p:extLst>
          </p:nvPr>
        </p:nvGraphicFramePr>
        <p:xfrm>
          <a:off x="749427" y="1346211"/>
          <a:ext cx="4658598" cy="1432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40461">
                  <a:extLst>
                    <a:ext uri="{9D8B030D-6E8A-4147-A177-3AD203B41FA5}">
                      <a16:colId xmlns:a16="http://schemas.microsoft.com/office/drawing/2014/main" val="348265176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879921339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973341906"/>
                    </a:ext>
                  </a:extLst>
                </a:gridCol>
                <a:gridCol w="1457817">
                  <a:extLst>
                    <a:ext uri="{9D8B030D-6E8A-4147-A177-3AD203B41FA5}">
                      <a16:colId xmlns:a16="http://schemas.microsoft.com/office/drawing/2014/main" val="52409615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Year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Population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Housing Units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Total Employment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522405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2022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128,635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49,919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59,572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9079776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2045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158,268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63,004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80,096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2471855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2050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163,664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65,162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85,076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681364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174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BABF-5D85-5369-768E-E71E15CB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BC6E947-719E-D71B-7FD6-339C16353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945" y="615043"/>
            <a:ext cx="10504855" cy="270843"/>
          </a:xfrm>
        </p:spPr>
        <p:txBody>
          <a:bodyPr/>
          <a:lstStyle/>
          <a:p>
            <a:r>
              <a:rPr lang="en-US"/>
              <a:t>SCOG Travel Demand Model Update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E76928-FBBB-BA44-104F-C2968E5B4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945" y="2721481"/>
            <a:ext cx="6567132" cy="1231106"/>
          </a:xfrm>
        </p:spPr>
        <p:txBody>
          <a:bodyPr/>
          <a:lstStyle/>
          <a:p>
            <a:r>
              <a:rPr lang="en-US"/>
              <a:t>Future Model Improvements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22757-8EC3-0A7D-73F7-9A840FFDAF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8945" y="4100089"/>
            <a:ext cx="5480735" cy="4308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82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C3C7-A9AD-D955-0188-CF460582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77BE1-6986-5798-B1DA-CFCCAEB261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1600"/>
              <a:t>3-step aggregate model lacks Trucks/Commercial vehicles and Passenger mode choice</a:t>
            </a:r>
          </a:p>
          <a:p>
            <a:r>
              <a:rPr lang="en-US" sz="1600"/>
              <a:t>Transit is not modeled</a:t>
            </a:r>
          </a:p>
          <a:p>
            <a:r>
              <a:rPr lang="en-US" sz="1600"/>
              <a:t>Non-Home-based Trips are generated by households and attracted to employment</a:t>
            </a:r>
          </a:p>
        </p:txBody>
      </p:sp>
    </p:spTree>
    <p:extLst>
      <p:ext uri="{BB962C8B-B14F-4D97-AF65-F5344CB8AC3E}">
        <p14:creationId xmlns:p14="http://schemas.microsoft.com/office/powerpoint/2010/main" val="694033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85F42-5FE6-4216-6FB7-A0BB9CE5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05885-B379-D48C-4D08-DD2D727A2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Model Improvements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BD3BF-E4E9-AB2E-7AE7-A09F56A9E4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1600" b="1"/>
              <a:t>Link Non-Home-based trips to Home-based trip ends</a:t>
            </a:r>
          </a:p>
          <a:p>
            <a:pPr lvl="1"/>
            <a:r>
              <a:rPr lang="en-US" sz="1600"/>
              <a:t>A method used in other trip-based models uses the home-based trip ends as a basis for the </a:t>
            </a:r>
            <a:r>
              <a:rPr lang="en-US" sz="1600" err="1"/>
              <a:t>NHB</a:t>
            </a:r>
            <a:r>
              <a:rPr lang="en-US" sz="1600"/>
              <a:t> trips </a:t>
            </a:r>
          </a:p>
          <a:p>
            <a:r>
              <a:rPr lang="en-US" sz="1600" b="1"/>
              <a:t>Improved Intersection delay</a:t>
            </a:r>
          </a:p>
          <a:p>
            <a:pPr lvl="1"/>
            <a:r>
              <a:rPr lang="en-US" sz="1600"/>
              <a:t>A method developed for Southern Oregon and implemented for Spokane models intersection and mid-link capacities and delays based on the functional classes of intersecting links, control type, and number of thru and turn lanes</a:t>
            </a:r>
          </a:p>
          <a:p>
            <a:r>
              <a:rPr lang="en-US" sz="1600" b="1"/>
              <a:t>Enhanced model reporting in a web-based dashboard</a:t>
            </a:r>
          </a:p>
          <a:p>
            <a:r>
              <a:rPr lang="en-US" sz="1600" b="1"/>
              <a:t>Truck and Commercial Vehicle model</a:t>
            </a:r>
          </a:p>
          <a:p>
            <a:r>
              <a:rPr lang="en-US" sz="1600" b="1"/>
              <a:t>Upgrade to a 4-step model with Skagit Transit fixed routes and a Mode Choice model</a:t>
            </a:r>
          </a:p>
        </p:txBody>
      </p:sp>
    </p:spTree>
    <p:extLst>
      <p:ext uri="{BB962C8B-B14F-4D97-AF65-F5344CB8AC3E}">
        <p14:creationId xmlns:p14="http://schemas.microsoft.com/office/powerpoint/2010/main" val="4007493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B1D6B-56B7-9C3D-4861-23C36971F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D62A05A-A9FD-F6E9-572C-ABDC84647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945" y="615043"/>
            <a:ext cx="10504855" cy="270843"/>
          </a:xfrm>
        </p:spPr>
        <p:txBody>
          <a:bodyPr/>
          <a:lstStyle/>
          <a:p>
            <a:r>
              <a:rPr lang="en-US"/>
              <a:t>SCOG Travel Demand Model Update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C0B691-A41F-4646-1F8E-5725759BF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945" y="2721481"/>
            <a:ext cx="6567132" cy="615553"/>
          </a:xfrm>
        </p:spPr>
        <p:txBody>
          <a:bodyPr/>
          <a:lstStyle/>
          <a:p>
            <a:r>
              <a:rPr lang="en-US"/>
              <a:t>Questions?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21F0C-BB69-6D38-4FCB-BF8C4FFB4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8945" y="3520967"/>
            <a:ext cx="5480735" cy="4308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86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219159-7234-2471-8EBE-125D35F5CC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Michael McCarthy, </a:t>
            </a:r>
            <a:r>
              <a:rPr lang="en-US" err="1"/>
              <a:t>AICP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B532E-F7E2-FD76-699F-A393A5224C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Consultant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2219AE-A368-848E-60A3-11D5593B4A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Robert Wertman, </a:t>
            </a:r>
            <a:r>
              <a:rPr lang="en-US" err="1"/>
              <a:t>AICP</a:t>
            </a:r>
            <a:r>
              <a:rPr lang="en-US"/>
              <a:t>, </a:t>
            </a:r>
            <a:r>
              <a:rPr lang="en-US" err="1"/>
              <a:t>PTP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11F1073-F31E-D681-5058-674D1F1E1A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Managing Consultant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5D38C7-977F-DF85-A080-5EAE17EC2E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35208" y="2190758"/>
            <a:ext cx="5018589" cy="460077"/>
          </a:xfrm>
        </p:spPr>
        <p:txBody>
          <a:bodyPr/>
          <a:lstStyle/>
          <a:p>
            <a:r>
              <a:rPr lang="en-US" sz="1200"/>
              <a:t>Robert.Wertman@rsginc.com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B481C0B-71BE-07C5-9621-863960A92947}"/>
              </a:ext>
            </a:extLst>
          </p:cNvPr>
          <p:cNvSpPr txBox="1">
            <a:spLocks/>
          </p:cNvSpPr>
          <p:nvPr/>
        </p:nvSpPr>
        <p:spPr>
          <a:xfrm>
            <a:off x="6335208" y="3576503"/>
            <a:ext cx="5018589" cy="460077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ts val="14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ts val="14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ts val="14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ts val="14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Michael.McCarthy@rsginc.com</a:t>
            </a:r>
          </a:p>
        </p:txBody>
      </p:sp>
    </p:spTree>
    <p:extLst>
      <p:ext uri="{BB962C8B-B14F-4D97-AF65-F5344CB8AC3E}">
        <p14:creationId xmlns:p14="http://schemas.microsoft.com/office/powerpoint/2010/main" val="1863628021"/>
      </p:ext>
    </p:extLst>
  </p:cSld>
  <p:clrMapOvr>
    <a:masterClrMapping/>
  </p:clrMapOvr>
</p:sld>
</file>

<file path=ppt/theme/theme1.xml><?xml version="1.0" encoding="utf-8"?>
<a:theme xmlns:a="http://schemas.openxmlformats.org/drawingml/2006/main" name="Bullet Pages">
  <a:themeElements>
    <a:clrScheme name="RSG">
      <a:dk1>
        <a:srgbClr val="48484A"/>
      </a:dk1>
      <a:lt1>
        <a:srgbClr val="FFFFFF"/>
      </a:lt1>
      <a:dk2>
        <a:srgbClr val="262626"/>
      </a:dk2>
      <a:lt2>
        <a:srgbClr val="F68B1F"/>
      </a:lt2>
      <a:accent1>
        <a:srgbClr val="006FA1"/>
      </a:accent1>
      <a:accent2>
        <a:srgbClr val="75BEE9"/>
      </a:accent2>
      <a:accent3>
        <a:srgbClr val="63AF5E"/>
      </a:accent3>
      <a:accent4>
        <a:srgbClr val="FFC20E"/>
      </a:accent4>
      <a:accent5>
        <a:srgbClr val="524D85"/>
      </a:accent5>
      <a:accent6>
        <a:srgbClr val="BA1222"/>
      </a:accent6>
      <a:hlink>
        <a:srgbClr val="48484A"/>
      </a:hlink>
      <a:folHlink>
        <a:srgbClr val="524D8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G PPT Template - Light Mode" id="{A1BC380D-4D9D-4AB2-AEB5-A7FC88B31DCA}" vid="{CBF3478C-2B81-4667-8388-BA30C9F86A9B}"/>
    </a:ext>
  </a:extLst>
</a:theme>
</file>

<file path=ppt/theme/theme2.xml><?xml version="1.0" encoding="utf-8"?>
<a:theme xmlns:a="http://schemas.openxmlformats.org/drawingml/2006/main" name="Bold Bullets">
  <a:themeElements>
    <a:clrScheme name="RSG">
      <a:dk1>
        <a:srgbClr val="48484A"/>
      </a:dk1>
      <a:lt1>
        <a:srgbClr val="FFFFFF"/>
      </a:lt1>
      <a:dk2>
        <a:srgbClr val="262626"/>
      </a:dk2>
      <a:lt2>
        <a:srgbClr val="F68B1F"/>
      </a:lt2>
      <a:accent1>
        <a:srgbClr val="006FA1"/>
      </a:accent1>
      <a:accent2>
        <a:srgbClr val="75BEE9"/>
      </a:accent2>
      <a:accent3>
        <a:srgbClr val="63AF5E"/>
      </a:accent3>
      <a:accent4>
        <a:srgbClr val="FFC20E"/>
      </a:accent4>
      <a:accent5>
        <a:srgbClr val="524D85"/>
      </a:accent5>
      <a:accent6>
        <a:srgbClr val="BA1222"/>
      </a:accent6>
      <a:hlink>
        <a:srgbClr val="48484A"/>
      </a:hlink>
      <a:folHlink>
        <a:srgbClr val="524D8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G PPT Template - Light Mode" id="{A1BC380D-4D9D-4AB2-AEB5-A7FC88B31DCA}" vid="{CC135683-AE23-4123-82CB-179BF59C3D1D}"/>
    </a:ext>
  </a:extLst>
</a:theme>
</file>

<file path=ppt/theme/theme3.xml><?xml version="1.0" encoding="utf-8"?>
<a:theme xmlns:a="http://schemas.openxmlformats.org/drawingml/2006/main" name="Title, Divider, &amp; End Pages">
  <a:themeElements>
    <a:clrScheme name="RSG">
      <a:dk1>
        <a:srgbClr val="48484A"/>
      </a:dk1>
      <a:lt1>
        <a:srgbClr val="FFFFFF"/>
      </a:lt1>
      <a:dk2>
        <a:srgbClr val="262626"/>
      </a:dk2>
      <a:lt2>
        <a:srgbClr val="F68B1F"/>
      </a:lt2>
      <a:accent1>
        <a:srgbClr val="006FA1"/>
      </a:accent1>
      <a:accent2>
        <a:srgbClr val="75BEE9"/>
      </a:accent2>
      <a:accent3>
        <a:srgbClr val="63AF5E"/>
      </a:accent3>
      <a:accent4>
        <a:srgbClr val="FFC20E"/>
      </a:accent4>
      <a:accent5>
        <a:srgbClr val="524D85"/>
      </a:accent5>
      <a:accent6>
        <a:srgbClr val="BA1222"/>
      </a:accent6>
      <a:hlink>
        <a:srgbClr val="48484A"/>
      </a:hlink>
      <a:folHlink>
        <a:srgbClr val="524D8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G PPT Template - Light Mode" id="{A1BC380D-4D9D-4AB2-AEB5-A7FC88B31DCA}" vid="{D818DE29-FC14-41B1-91EB-19CEA6F9B782}"/>
    </a:ext>
  </a:extLst>
</a:theme>
</file>

<file path=ppt/theme/theme4.xml><?xml version="1.0" encoding="utf-8"?>
<a:theme xmlns:a="http://schemas.openxmlformats.org/drawingml/2006/main" name="1_Title, Divider, &amp; End Pages">
  <a:themeElements>
    <a:clrScheme name="RSG">
      <a:dk1>
        <a:srgbClr val="48484A"/>
      </a:dk1>
      <a:lt1>
        <a:srgbClr val="FFFFFF"/>
      </a:lt1>
      <a:dk2>
        <a:srgbClr val="262626"/>
      </a:dk2>
      <a:lt2>
        <a:srgbClr val="F68B1F"/>
      </a:lt2>
      <a:accent1>
        <a:srgbClr val="006FA1"/>
      </a:accent1>
      <a:accent2>
        <a:srgbClr val="75BEE9"/>
      </a:accent2>
      <a:accent3>
        <a:srgbClr val="63AF5E"/>
      </a:accent3>
      <a:accent4>
        <a:srgbClr val="FFC20E"/>
      </a:accent4>
      <a:accent5>
        <a:srgbClr val="524D85"/>
      </a:accent5>
      <a:accent6>
        <a:srgbClr val="BA1222"/>
      </a:accent6>
      <a:hlink>
        <a:srgbClr val="48484A"/>
      </a:hlink>
      <a:folHlink>
        <a:srgbClr val="524D8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G PPT Template - Light Mode" id="{A1BC380D-4D9D-4AB2-AEB5-A7FC88B31DCA}" vid="{A9008098-3118-415C-95C8-D1116D1D5792}"/>
    </a:ext>
  </a:extLst>
</a:theme>
</file>

<file path=ppt/theme/theme5.xml><?xml version="1.0" encoding="utf-8"?>
<a:theme xmlns:a="http://schemas.openxmlformats.org/drawingml/2006/main" name="2_Title, Divider, &amp; End Pages">
  <a:themeElements>
    <a:clrScheme name="RSG">
      <a:dk1>
        <a:srgbClr val="48484A"/>
      </a:dk1>
      <a:lt1>
        <a:srgbClr val="FFFFFF"/>
      </a:lt1>
      <a:dk2>
        <a:srgbClr val="262626"/>
      </a:dk2>
      <a:lt2>
        <a:srgbClr val="F68B1F"/>
      </a:lt2>
      <a:accent1>
        <a:srgbClr val="006FA1"/>
      </a:accent1>
      <a:accent2>
        <a:srgbClr val="75BEE9"/>
      </a:accent2>
      <a:accent3>
        <a:srgbClr val="63AF5E"/>
      </a:accent3>
      <a:accent4>
        <a:srgbClr val="FFC20E"/>
      </a:accent4>
      <a:accent5>
        <a:srgbClr val="524D85"/>
      </a:accent5>
      <a:accent6>
        <a:srgbClr val="BA1222"/>
      </a:accent6>
      <a:hlink>
        <a:srgbClr val="48484A"/>
      </a:hlink>
      <a:folHlink>
        <a:srgbClr val="524D8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G PPT Template - Light Mode" id="{A1BC380D-4D9D-4AB2-AEB5-A7FC88B31DCA}" vid="{4A786F22-2C59-423D-97ED-9C1EF9A85671}"/>
    </a:ext>
  </a:extLst>
</a:theme>
</file>

<file path=ppt/theme/theme6.xml><?xml version="1.0" encoding="utf-8"?>
<a:theme xmlns:a="http://schemas.openxmlformats.org/drawingml/2006/main" name="3_Title, Divider, &amp; End Pages">
  <a:themeElements>
    <a:clrScheme name="RSG">
      <a:dk1>
        <a:srgbClr val="48484A"/>
      </a:dk1>
      <a:lt1>
        <a:srgbClr val="FFFFFF"/>
      </a:lt1>
      <a:dk2>
        <a:srgbClr val="262626"/>
      </a:dk2>
      <a:lt2>
        <a:srgbClr val="F68B1F"/>
      </a:lt2>
      <a:accent1>
        <a:srgbClr val="006FA1"/>
      </a:accent1>
      <a:accent2>
        <a:srgbClr val="75BEE9"/>
      </a:accent2>
      <a:accent3>
        <a:srgbClr val="63AF5E"/>
      </a:accent3>
      <a:accent4>
        <a:srgbClr val="FFC20E"/>
      </a:accent4>
      <a:accent5>
        <a:srgbClr val="524D85"/>
      </a:accent5>
      <a:accent6>
        <a:srgbClr val="BA1222"/>
      </a:accent6>
      <a:hlink>
        <a:srgbClr val="48484A"/>
      </a:hlink>
      <a:folHlink>
        <a:srgbClr val="524D8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G PPT Template - Light Mode" id="{A1BC380D-4D9D-4AB2-AEB5-A7FC88B31DCA}" vid="{4C611F36-AC5D-4FC1-9D8B-C53169CDA6EF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091D7B34CB304EB0E6FB517A8385CA" ma:contentTypeVersion="22" ma:contentTypeDescription="Create a new document." ma:contentTypeScope="" ma:versionID="b4f25a67057dddc72f05b63ed48b49f6">
  <xsd:schema xmlns:xsd="http://www.w3.org/2001/XMLSchema" xmlns:xs="http://www.w3.org/2001/XMLSchema" xmlns:p="http://schemas.microsoft.com/office/2006/metadata/properties" xmlns:ns1="http://schemas.microsoft.com/sharepoint/v3" xmlns:ns2="32b3b446-8571-46e4-91ac-455bf1546f26" xmlns:ns3="c1e6021e-6bea-472a-aa57-b9f098b3946e" targetNamespace="http://schemas.microsoft.com/office/2006/metadata/properties" ma:root="true" ma:fieldsID="f34275dea965d80cbe533ec48fefa145" ns1:_="" ns2:_="" ns3:_="">
    <xsd:import namespace="http://schemas.microsoft.com/sharepoint/v3"/>
    <xsd:import namespace="32b3b446-8571-46e4-91ac-455bf1546f26"/>
    <xsd:import namespace="c1e6021e-6bea-472a-aa57-b9f098b3946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Folder_x0020_order" minOccurs="0"/>
                <xsd:element ref="ns3:MediaServiceAutoTags" minOccurs="0"/>
                <xsd:element ref="ns3:MediaServiceDateTaken" minOccurs="0"/>
                <xsd:element ref="ns3:MediaServiceOCR" minOccurs="0"/>
                <xsd:element ref="ns1:_ip_UnifiedCompliancePolicyProperties" minOccurs="0"/>
                <xsd:element ref="ns1:_ip_UnifiedCompliancePolicyUIActio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b3b446-8571-46e4-91ac-455bf1546f2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ecf7ad17-ebee-449a-b031-8668526cc8a5}" ma:internalName="TaxCatchAll" ma:showField="CatchAllData" ma:web="32b3b446-8571-46e4-91ac-455bf1546f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e6021e-6bea-472a-aa57-b9f098b394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Folder_x0020_order" ma:index="12" nillable="true" ma:displayName="Folder order" ma:default="0" ma:description="This reflects the order of the folders as they previously existed on the Q drive." ma:format="Dropdown" ma:indexed="true" ma:internalName="Folder_x0020_order" ma:percentage="FALSE">
      <xsd:simpleType>
        <xsd:restriction base="dms:Number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d1770257-8aa5-473d-8b97-0f0439c117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e6021e-6bea-472a-aa57-b9f098b3946e">
      <Terms xmlns="http://schemas.microsoft.com/office/infopath/2007/PartnerControls"/>
    </lcf76f155ced4ddcb4097134ff3c332f>
    <TaxCatchAll xmlns="32b3b446-8571-46e4-91ac-455bf1546f26" xsi:nil="true"/>
    <_ip_UnifiedCompliancePolicyUIAction xmlns="http://schemas.microsoft.com/sharepoint/v3" xsi:nil="true"/>
    <Folder_x0020_order xmlns="c1e6021e-6bea-472a-aa57-b9f098b3946e">0</Folder_x0020_order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8C9432-3DEB-43EA-A4DA-0BE15D9A544A}">
  <ds:schemaRefs>
    <ds:schemaRef ds:uri="32b3b446-8571-46e4-91ac-455bf1546f26"/>
    <ds:schemaRef ds:uri="c1e6021e-6bea-472a-aa57-b9f098b394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AB548D2-16E5-4D59-9228-B99A31CAF826}">
  <ds:schemaRefs>
    <ds:schemaRef ds:uri="32b3b446-8571-46e4-91ac-455bf1546f26"/>
    <ds:schemaRef ds:uri="c1e6021e-6bea-472a-aa57-b9f098b3946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3E702B-A4A8-49D1-8100-74D24C5D8E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RSG PPT Template - Light Mode</Template>
  <Application>Microsoft Office PowerPoint</Application>
  <PresentationFormat>Widescreen</PresentationFormat>
  <Slides>29</Slides>
  <Notes>3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Bullet Pages</vt:lpstr>
      <vt:lpstr>Bold Bullets</vt:lpstr>
      <vt:lpstr>Title, Divider, &amp; End Pages</vt:lpstr>
      <vt:lpstr>1_Title, Divider, &amp; End Pages</vt:lpstr>
      <vt:lpstr>2_Title, Divider, &amp; End Pages</vt:lpstr>
      <vt:lpstr>3_Title, Divider, &amp; End Pages</vt:lpstr>
      <vt:lpstr>SCOG Travel Demand Model Update</vt:lpstr>
      <vt:lpstr>Agenda</vt:lpstr>
      <vt:lpstr>Model Overview</vt:lpstr>
      <vt:lpstr>3-step Aggregate Travel Demand Model</vt:lpstr>
      <vt:lpstr>Zone System</vt:lpstr>
      <vt:lpstr>Road Network</vt:lpstr>
      <vt:lpstr>Road Network</vt:lpstr>
      <vt:lpstr>Data Sources</vt:lpstr>
      <vt:lpstr>What’s New</vt:lpstr>
      <vt:lpstr>Scenario Manager Interface</vt:lpstr>
      <vt:lpstr>Household Submodels</vt:lpstr>
      <vt:lpstr>Household Submodels</vt:lpstr>
      <vt:lpstr>External Model</vt:lpstr>
      <vt:lpstr>Time of Day Assignments</vt:lpstr>
      <vt:lpstr>Model Reporting</vt:lpstr>
      <vt:lpstr>Wiki Documentation</vt:lpstr>
      <vt:lpstr>Model Specification</vt:lpstr>
      <vt:lpstr>Trip Generation Model  in Daily Person Trips</vt:lpstr>
      <vt:lpstr>Trip Distribution Parameters</vt:lpstr>
      <vt:lpstr>Trip Lengths vs Survey and Replica</vt:lpstr>
      <vt:lpstr>Assignment Parameters</vt:lpstr>
      <vt:lpstr>Model Scenarios and Outputs</vt:lpstr>
      <vt:lpstr>2022 Base Year Assignment Validation</vt:lpstr>
      <vt:lpstr>2045 and 2050 Scenarios</vt:lpstr>
      <vt:lpstr>Future Model Improvements</vt:lpstr>
      <vt:lpstr>Model Limitations</vt:lpstr>
      <vt:lpstr>Future Model Improvements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McCarthy</dc:creator>
  <cp:revision>1</cp:revision>
  <cp:lastPrinted>2022-11-01T17:15:33Z</cp:lastPrinted>
  <dcterms:created xsi:type="dcterms:W3CDTF">2024-10-31T15:28:39Z</dcterms:created>
  <dcterms:modified xsi:type="dcterms:W3CDTF">2026-04-29T18:55:26Z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0x01010095091D7B34CB304EB0E6FB517A8385CA</vt:lpwstr>
  </property>
</Properties>
</file>